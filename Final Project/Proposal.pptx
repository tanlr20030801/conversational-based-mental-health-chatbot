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5" r:id="rId8"/>
    <p:sldId id="266" r:id="rId9"/>
    <p:sldId id="264" r:id="rId10"/>
    <p:sldId id="267" r:id="rId11"/>
    <p:sldId id="268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30"/>
    <p:restoredTop sz="96327"/>
  </p:normalViewPr>
  <p:slideViewPr>
    <p:cSldViewPr snapToGrid="0">
      <p:cViewPr varScale="1">
        <p:scale>
          <a:sx n="146" d="100"/>
          <a:sy n="146" d="100"/>
        </p:scale>
        <p:origin x="2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C0846D-36AB-44E7-9A66-8B7F80123A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340255-B2D0-4128-9006-83211EA89B7E}">
      <dgm:prSet/>
      <dgm:spPr/>
      <dgm:t>
        <a:bodyPr/>
        <a:lstStyle/>
        <a:p>
          <a:r>
            <a:rPr lang="en-US" dirty="0" err="1"/>
            <a:t>MentalLLAMA</a:t>
          </a:r>
          <a:r>
            <a:rPr lang="en-US" dirty="0"/>
            <a:t> </a:t>
          </a:r>
        </a:p>
      </dgm:t>
    </dgm:pt>
    <dgm:pt modelId="{FE14FC94-5DB3-4528-83B1-9A194571CBAC}" type="parTrans" cxnId="{D07F14B4-8957-4826-BD47-BED746367855}">
      <dgm:prSet/>
      <dgm:spPr/>
      <dgm:t>
        <a:bodyPr/>
        <a:lstStyle/>
        <a:p>
          <a:endParaRPr lang="en-US"/>
        </a:p>
      </dgm:t>
    </dgm:pt>
    <dgm:pt modelId="{1DE9CDB0-F985-4B0F-BBDC-3C1D292E7572}" type="sibTrans" cxnId="{D07F14B4-8957-4826-BD47-BED746367855}">
      <dgm:prSet/>
      <dgm:spPr/>
      <dgm:t>
        <a:bodyPr/>
        <a:lstStyle/>
        <a:p>
          <a:endParaRPr lang="en-US"/>
        </a:p>
      </dgm:t>
    </dgm:pt>
    <dgm:pt modelId="{FDA07FFF-F3EB-415B-804C-37B9625E22F7}">
      <dgm:prSet/>
      <dgm:spPr/>
      <dgm:t>
        <a:bodyPr/>
        <a:lstStyle/>
        <a:p>
          <a:r>
            <a:rPr lang="en-US" dirty="0" err="1"/>
            <a:t>MentalBERT</a:t>
          </a:r>
          <a:r>
            <a:rPr lang="en-US" dirty="0"/>
            <a:t> </a:t>
          </a:r>
        </a:p>
      </dgm:t>
    </dgm:pt>
    <dgm:pt modelId="{B8B0EB42-895D-4B4C-8B18-7700818FAE29}" type="parTrans" cxnId="{B2F063BB-00FC-46C7-903E-4CB092A8C31F}">
      <dgm:prSet/>
      <dgm:spPr/>
      <dgm:t>
        <a:bodyPr/>
        <a:lstStyle/>
        <a:p>
          <a:endParaRPr lang="en-US"/>
        </a:p>
      </dgm:t>
    </dgm:pt>
    <dgm:pt modelId="{A06278D3-9D4F-4EE6-95B6-04F758065166}" type="sibTrans" cxnId="{B2F063BB-00FC-46C7-903E-4CB092A8C31F}">
      <dgm:prSet/>
      <dgm:spPr/>
      <dgm:t>
        <a:bodyPr/>
        <a:lstStyle/>
        <a:p>
          <a:endParaRPr lang="en-US"/>
        </a:p>
      </dgm:t>
    </dgm:pt>
    <dgm:pt modelId="{94284AD9-9631-4D05-AE65-652F25F540AE}">
      <dgm:prSet/>
      <dgm:spPr/>
      <dgm:t>
        <a:bodyPr/>
        <a:lstStyle/>
        <a:p>
          <a:r>
            <a:rPr lang="en-US" dirty="0"/>
            <a:t>SERMO-style rule modules </a:t>
          </a:r>
        </a:p>
      </dgm:t>
    </dgm:pt>
    <dgm:pt modelId="{9B40E9E9-7FD6-4B37-BE6C-26112CF53F4E}" type="parTrans" cxnId="{C6C6E0EE-6538-4665-B35D-4776FA301468}">
      <dgm:prSet/>
      <dgm:spPr/>
      <dgm:t>
        <a:bodyPr/>
        <a:lstStyle/>
        <a:p>
          <a:endParaRPr lang="en-US"/>
        </a:p>
      </dgm:t>
    </dgm:pt>
    <dgm:pt modelId="{E1EE3592-B5AC-4937-A19F-99DCAD6FF0C2}" type="sibTrans" cxnId="{C6C6E0EE-6538-4665-B35D-4776FA301468}">
      <dgm:prSet/>
      <dgm:spPr/>
      <dgm:t>
        <a:bodyPr/>
        <a:lstStyle/>
        <a:p>
          <a:endParaRPr lang="en-US"/>
        </a:p>
      </dgm:t>
    </dgm:pt>
    <dgm:pt modelId="{BCA14BC9-C305-4160-AD22-0D5AE5AE2486}">
      <dgm:prSet/>
      <dgm:spPr/>
      <dgm:t>
        <a:bodyPr/>
        <a:lstStyle/>
        <a:p>
          <a:r>
            <a:rPr lang="en-US"/>
            <a:t>multimodal depression detection</a:t>
          </a:r>
        </a:p>
      </dgm:t>
    </dgm:pt>
    <dgm:pt modelId="{8333292A-C42F-41EE-A45E-2386C31415BA}" type="parTrans" cxnId="{E0BC0579-299E-44DA-BB44-A353ECD7295B}">
      <dgm:prSet/>
      <dgm:spPr/>
      <dgm:t>
        <a:bodyPr/>
        <a:lstStyle/>
        <a:p>
          <a:endParaRPr lang="en-US"/>
        </a:p>
      </dgm:t>
    </dgm:pt>
    <dgm:pt modelId="{F22E11C7-1C26-45DB-8393-D8FA45DBB3D5}" type="sibTrans" cxnId="{E0BC0579-299E-44DA-BB44-A353ECD7295B}">
      <dgm:prSet/>
      <dgm:spPr/>
      <dgm:t>
        <a:bodyPr/>
        <a:lstStyle/>
        <a:p>
          <a:endParaRPr lang="en-US"/>
        </a:p>
      </dgm:t>
    </dgm:pt>
    <dgm:pt modelId="{EB75C06F-322F-4AE6-BD4E-63F47A5B8F7F}" type="pres">
      <dgm:prSet presAssocID="{F8C0846D-36AB-44E7-9A66-8B7F80123A0D}" presName="root" presStyleCnt="0">
        <dgm:presLayoutVars>
          <dgm:dir/>
          <dgm:resizeHandles val="exact"/>
        </dgm:presLayoutVars>
      </dgm:prSet>
      <dgm:spPr/>
    </dgm:pt>
    <dgm:pt modelId="{9025756B-EE75-4E36-920A-E33C883A255E}" type="pres">
      <dgm:prSet presAssocID="{66340255-B2D0-4128-9006-83211EA89B7E}" presName="compNode" presStyleCnt="0"/>
      <dgm:spPr/>
    </dgm:pt>
    <dgm:pt modelId="{78D94C54-6687-4AC2-839F-BFAD98C5AAD9}" type="pres">
      <dgm:prSet presAssocID="{66340255-B2D0-4128-9006-83211EA89B7E}" presName="bgRect" presStyleLbl="bgShp" presStyleIdx="0" presStyleCnt="4"/>
      <dgm:spPr/>
    </dgm:pt>
    <dgm:pt modelId="{616D76A3-AE68-4882-B306-7745E90620F9}" type="pres">
      <dgm:prSet presAssocID="{66340255-B2D0-4128-9006-83211EA89B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E6CA242C-9A25-4852-9F3C-38A4A4563E5B}" type="pres">
      <dgm:prSet presAssocID="{66340255-B2D0-4128-9006-83211EA89B7E}" presName="spaceRect" presStyleCnt="0"/>
      <dgm:spPr/>
    </dgm:pt>
    <dgm:pt modelId="{B45A84D2-56CC-425B-8D71-8F5E7D5F8898}" type="pres">
      <dgm:prSet presAssocID="{66340255-B2D0-4128-9006-83211EA89B7E}" presName="parTx" presStyleLbl="revTx" presStyleIdx="0" presStyleCnt="4">
        <dgm:presLayoutVars>
          <dgm:chMax val="0"/>
          <dgm:chPref val="0"/>
        </dgm:presLayoutVars>
      </dgm:prSet>
      <dgm:spPr/>
    </dgm:pt>
    <dgm:pt modelId="{ACA25C1E-A21A-4F25-A642-AD280EC6E455}" type="pres">
      <dgm:prSet presAssocID="{1DE9CDB0-F985-4B0F-BBDC-3C1D292E7572}" presName="sibTrans" presStyleCnt="0"/>
      <dgm:spPr/>
    </dgm:pt>
    <dgm:pt modelId="{127F9863-460C-4C13-B55E-AA42EAC9670F}" type="pres">
      <dgm:prSet presAssocID="{FDA07FFF-F3EB-415B-804C-37B9625E22F7}" presName="compNode" presStyleCnt="0"/>
      <dgm:spPr/>
    </dgm:pt>
    <dgm:pt modelId="{393A0955-E46D-46F1-A472-B14F745CCADC}" type="pres">
      <dgm:prSet presAssocID="{FDA07FFF-F3EB-415B-804C-37B9625E22F7}" presName="bgRect" presStyleLbl="bgShp" presStyleIdx="1" presStyleCnt="4" custLinFactNeighborX="218"/>
      <dgm:spPr/>
    </dgm:pt>
    <dgm:pt modelId="{63AA356E-74AD-40B2-9AF9-6C53902DB438}" type="pres">
      <dgm:prSet presAssocID="{FDA07FFF-F3EB-415B-804C-37B9625E22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03DE6F91-5806-49FC-BDDE-3DBDB95D265F}" type="pres">
      <dgm:prSet presAssocID="{FDA07FFF-F3EB-415B-804C-37B9625E22F7}" presName="spaceRect" presStyleCnt="0"/>
      <dgm:spPr/>
    </dgm:pt>
    <dgm:pt modelId="{216DB7BB-C639-40A4-B9B4-F837210C8372}" type="pres">
      <dgm:prSet presAssocID="{FDA07FFF-F3EB-415B-804C-37B9625E22F7}" presName="parTx" presStyleLbl="revTx" presStyleIdx="1" presStyleCnt="4">
        <dgm:presLayoutVars>
          <dgm:chMax val="0"/>
          <dgm:chPref val="0"/>
        </dgm:presLayoutVars>
      </dgm:prSet>
      <dgm:spPr/>
    </dgm:pt>
    <dgm:pt modelId="{DCBCBED7-EF67-4B4C-A54F-9475C77D57C9}" type="pres">
      <dgm:prSet presAssocID="{A06278D3-9D4F-4EE6-95B6-04F758065166}" presName="sibTrans" presStyleCnt="0"/>
      <dgm:spPr/>
    </dgm:pt>
    <dgm:pt modelId="{D46437B4-6809-466C-B8CF-4B20EE69184C}" type="pres">
      <dgm:prSet presAssocID="{94284AD9-9631-4D05-AE65-652F25F540AE}" presName="compNode" presStyleCnt="0"/>
      <dgm:spPr/>
    </dgm:pt>
    <dgm:pt modelId="{6FBD5109-ABB1-42EC-BB29-70A6DDADE60D}" type="pres">
      <dgm:prSet presAssocID="{94284AD9-9631-4D05-AE65-652F25F540AE}" presName="bgRect" presStyleLbl="bgShp" presStyleIdx="2" presStyleCnt="4"/>
      <dgm:spPr/>
    </dgm:pt>
    <dgm:pt modelId="{F3A8B0B7-8672-44B8-836F-9122AC89F4B6}" type="pres">
      <dgm:prSet presAssocID="{94284AD9-9631-4D05-AE65-652F25F540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ACA0CA4-CC3A-4BA5-93F0-9968B259961B}" type="pres">
      <dgm:prSet presAssocID="{94284AD9-9631-4D05-AE65-652F25F540AE}" presName="spaceRect" presStyleCnt="0"/>
      <dgm:spPr/>
    </dgm:pt>
    <dgm:pt modelId="{531AB970-1BA3-42CF-8842-F32ED8195AA1}" type="pres">
      <dgm:prSet presAssocID="{94284AD9-9631-4D05-AE65-652F25F540AE}" presName="parTx" presStyleLbl="revTx" presStyleIdx="2" presStyleCnt="4">
        <dgm:presLayoutVars>
          <dgm:chMax val="0"/>
          <dgm:chPref val="0"/>
        </dgm:presLayoutVars>
      </dgm:prSet>
      <dgm:spPr/>
    </dgm:pt>
    <dgm:pt modelId="{423837E1-5869-41D2-A831-A6ECE9FE07CE}" type="pres">
      <dgm:prSet presAssocID="{E1EE3592-B5AC-4937-A19F-99DCAD6FF0C2}" presName="sibTrans" presStyleCnt="0"/>
      <dgm:spPr/>
    </dgm:pt>
    <dgm:pt modelId="{E194FBE0-44FB-48EC-B112-04D17D50B2D2}" type="pres">
      <dgm:prSet presAssocID="{BCA14BC9-C305-4160-AD22-0D5AE5AE2486}" presName="compNode" presStyleCnt="0"/>
      <dgm:spPr/>
    </dgm:pt>
    <dgm:pt modelId="{20792A80-0E7B-41EC-89C4-7B90E8E67527}" type="pres">
      <dgm:prSet presAssocID="{BCA14BC9-C305-4160-AD22-0D5AE5AE2486}" presName="bgRect" presStyleLbl="bgShp" presStyleIdx="3" presStyleCnt="4"/>
      <dgm:spPr/>
    </dgm:pt>
    <dgm:pt modelId="{54B1528D-53B0-4714-83B0-2B895281CC6B}" type="pres">
      <dgm:prSet presAssocID="{BCA14BC9-C305-4160-AD22-0D5AE5AE24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4670D283-037A-4A2F-B462-72A8F16E116D}" type="pres">
      <dgm:prSet presAssocID="{BCA14BC9-C305-4160-AD22-0D5AE5AE2486}" presName="spaceRect" presStyleCnt="0"/>
      <dgm:spPr/>
    </dgm:pt>
    <dgm:pt modelId="{4119246B-65F0-4ADE-8270-3E222DDB39BC}" type="pres">
      <dgm:prSet presAssocID="{BCA14BC9-C305-4160-AD22-0D5AE5AE24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D7C3E2C-9696-411C-AD0E-4801E2C0D40F}" type="presOf" srcId="{F8C0846D-36AB-44E7-9A66-8B7F80123A0D}" destId="{EB75C06F-322F-4AE6-BD4E-63F47A5B8F7F}" srcOrd="0" destOrd="0" presId="urn:microsoft.com/office/officeart/2018/2/layout/IconVerticalSolidList"/>
    <dgm:cxn modelId="{6BEBBD46-CDC6-4A6C-BEB4-BCE449243F1C}" type="presOf" srcId="{BCA14BC9-C305-4160-AD22-0D5AE5AE2486}" destId="{4119246B-65F0-4ADE-8270-3E222DDB39BC}" srcOrd="0" destOrd="0" presId="urn:microsoft.com/office/officeart/2018/2/layout/IconVerticalSolidList"/>
    <dgm:cxn modelId="{E0BC0579-299E-44DA-BB44-A353ECD7295B}" srcId="{F8C0846D-36AB-44E7-9A66-8B7F80123A0D}" destId="{BCA14BC9-C305-4160-AD22-0D5AE5AE2486}" srcOrd="3" destOrd="0" parTransId="{8333292A-C42F-41EE-A45E-2386C31415BA}" sibTransId="{F22E11C7-1C26-45DB-8393-D8FA45DBB3D5}"/>
    <dgm:cxn modelId="{6DB8E8A0-2E2C-4AE1-9B63-F7908DC5FD9E}" type="presOf" srcId="{66340255-B2D0-4128-9006-83211EA89B7E}" destId="{B45A84D2-56CC-425B-8D71-8F5E7D5F8898}" srcOrd="0" destOrd="0" presId="urn:microsoft.com/office/officeart/2018/2/layout/IconVerticalSolidList"/>
    <dgm:cxn modelId="{D07F14B4-8957-4826-BD47-BED746367855}" srcId="{F8C0846D-36AB-44E7-9A66-8B7F80123A0D}" destId="{66340255-B2D0-4128-9006-83211EA89B7E}" srcOrd="0" destOrd="0" parTransId="{FE14FC94-5DB3-4528-83B1-9A194571CBAC}" sibTransId="{1DE9CDB0-F985-4B0F-BBDC-3C1D292E7572}"/>
    <dgm:cxn modelId="{B2F063BB-00FC-46C7-903E-4CB092A8C31F}" srcId="{F8C0846D-36AB-44E7-9A66-8B7F80123A0D}" destId="{FDA07FFF-F3EB-415B-804C-37B9625E22F7}" srcOrd="1" destOrd="0" parTransId="{B8B0EB42-895D-4B4C-8B18-7700818FAE29}" sibTransId="{A06278D3-9D4F-4EE6-95B6-04F758065166}"/>
    <dgm:cxn modelId="{5A76AFDF-F2ED-4A4C-A889-2ABEA0AA14DC}" type="presOf" srcId="{FDA07FFF-F3EB-415B-804C-37B9625E22F7}" destId="{216DB7BB-C639-40A4-B9B4-F837210C8372}" srcOrd="0" destOrd="0" presId="urn:microsoft.com/office/officeart/2018/2/layout/IconVerticalSolidList"/>
    <dgm:cxn modelId="{C6C6E0EE-6538-4665-B35D-4776FA301468}" srcId="{F8C0846D-36AB-44E7-9A66-8B7F80123A0D}" destId="{94284AD9-9631-4D05-AE65-652F25F540AE}" srcOrd="2" destOrd="0" parTransId="{9B40E9E9-7FD6-4B37-BE6C-26112CF53F4E}" sibTransId="{E1EE3592-B5AC-4937-A19F-99DCAD6FF0C2}"/>
    <dgm:cxn modelId="{E763A0F4-4557-4ACE-AEEF-507D549A8E07}" type="presOf" srcId="{94284AD9-9631-4D05-AE65-652F25F540AE}" destId="{531AB970-1BA3-42CF-8842-F32ED8195AA1}" srcOrd="0" destOrd="0" presId="urn:microsoft.com/office/officeart/2018/2/layout/IconVerticalSolidList"/>
    <dgm:cxn modelId="{9D6AD3E7-C22D-4A8B-9605-13D596F55A1E}" type="presParOf" srcId="{EB75C06F-322F-4AE6-BD4E-63F47A5B8F7F}" destId="{9025756B-EE75-4E36-920A-E33C883A255E}" srcOrd="0" destOrd="0" presId="urn:microsoft.com/office/officeart/2018/2/layout/IconVerticalSolidList"/>
    <dgm:cxn modelId="{66010A1E-C832-4EF7-929B-D9DE7A6221D4}" type="presParOf" srcId="{9025756B-EE75-4E36-920A-E33C883A255E}" destId="{78D94C54-6687-4AC2-839F-BFAD98C5AAD9}" srcOrd="0" destOrd="0" presId="urn:microsoft.com/office/officeart/2018/2/layout/IconVerticalSolidList"/>
    <dgm:cxn modelId="{B9915374-9E3D-4839-8B7A-FB1A8F48CFD1}" type="presParOf" srcId="{9025756B-EE75-4E36-920A-E33C883A255E}" destId="{616D76A3-AE68-4882-B306-7745E90620F9}" srcOrd="1" destOrd="0" presId="urn:microsoft.com/office/officeart/2018/2/layout/IconVerticalSolidList"/>
    <dgm:cxn modelId="{AF712122-71C9-4EB3-9430-FDC88C1E9D19}" type="presParOf" srcId="{9025756B-EE75-4E36-920A-E33C883A255E}" destId="{E6CA242C-9A25-4852-9F3C-38A4A4563E5B}" srcOrd="2" destOrd="0" presId="urn:microsoft.com/office/officeart/2018/2/layout/IconVerticalSolidList"/>
    <dgm:cxn modelId="{0A49C031-5144-437C-99DB-26BA158797A9}" type="presParOf" srcId="{9025756B-EE75-4E36-920A-E33C883A255E}" destId="{B45A84D2-56CC-425B-8D71-8F5E7D5F8898}" srcOrd="3" destOrd="0" presId="urn:microsoft.com/office/officeart/2018/2/layout/IconVerticalSolidList"/>
    <dgm:cxn modelId="{7FE85E4C-C2AE-4E3B-AE3A-C3EC121D0189}" type="presParOf" srcId="{EB75C06F-322F-4AE6-BD4E-63F47A5B8F7F}" destId="{ACA25C1E-A21A-4F25-A642-AD280EC6E455}" srcOrd="1" destOrd="0" presId="urn:microsoft.com/office/officeart/2018/2/layout/IconVerticalSolidList"/>
    <dgm:cxn modelId="{125295AD-0BFC-47A1-9459-30CFC35A5C2C}" type="presParOf" srcId="{EB75C06F-322F-4AE6-BD4E-63F47A5B8F7F}" destId="{127F9863-460C-4C13-B55E-AA42EAC9670F}" srcOrd="2" destOrd="0" presId="urn:microsoft.com/office/officeart/2018/2/layout/IconVerticalSolidList"/>
    <dgm:cxn modelId="{4301BA0D-6223-4908-822A-836DA72D32A5}" type="presParOf" srcId="{127F9863-460C-4C13-B55E-AA42EAC9670F}" destId="{393A0955-E46D-46F1-A472-B14F745CCADC}" srcOrd="0" destOrd="0" presId="urn:microsoft.com/office/officeart/2018/2/layout/IconVerticalSolidList"/>
    <dgm:cxn modelId="{AB9FC702-EE06-4DB1-8D46-09A07509B243}" type="presParOf" srcId="{127F9863-460C-4C13-B55E-AA42EAC9670F}" destId="{63AA356E-74AD-40B2-9AF9-6C53902DB438}" srcOrd="1" destOrd="0" presId="urn:microsoft.com/office/officeart/2018/2/layout/IconVerticalSolidList"/>
    <dgm:cxn modelId="{98CC47EC-3049-41E7-B370-DA83F36C7CD5}" type="presParOf" srcId="{127F9863-460C-4C13-B55E-AA42EAC9670F}" destId="{03DE6F91-5806-49FC-BDDE-3DBDB95D265F}" srcOrd="2" destOrd="0" presId="urn:microsoft.com/office/officeart/2018/2/layout/IconVerticalSolidList"/>
    <dgm:cxn modelId="{BCDB5FE0-41F1-4915-989A-45FF52DB2655}" type="presParOf" srcId="{127F9863-460C-4C13-B55E-AA42EAC9670F}" destId="{216DB7BB-C639-40A4-B9B4-F837210C8372}" srcOrd="3" destOrd="0" presId="urn:microsoft.com/office/officeart/2018/2/layout/IconVerticalSolidList"/>
    <dgm:cxn modelId="{719FC4F5-1031-4990-B7F7-3D2077FE1DBF}" type="presParOf" srcId="{EB75C06F-322F-4AE6-BD4E-63F47A5B8F7F}" destId="{DCBCBED7-EF67-4B4C-A54F-9475C77D57C9}" srcOrd="3" destOrd="0" presId="urn:microsoft.com/office/officeart/2018/2/layout/IconVerticalSolidList"/>
    <dgm:cxn modelId="{C0722930-45D1-479E-9A24-7605F0F111F1}" type="presParOf" srcId="{EB75C06F-322F-4AE6-BD4E-63F47A5B8F7F}" destId="{D46437B4-6809-466C-B8CF-4B20EE69184C}" srcOrd="4" destOrd="0" presId="urn:microsoft.com/office/officeart/2018/2/layout/IconVerticalSolidList"/>
    <dgm:cxn modelId="{B98849DB-6552-463B-AA8F-2BCA5986DD3B}" type="presParOf" srcId="{D46437B4-6809-466C-B8CF-4B20EE69184C}" destId="{6FBD5109-ABB1-42EC-BB29-70A6DDADE60D}" srcOrd="0" destOrd="0" presId="urn:microsoft.com/office/officeart/2018/2/layout/IconVerticalSolidList"/>
    <dgm:cxn modelId="{A5D96CC5-B81B-44B6-8CD3-9A145145B3E6}" type="presParOf" srcId="{D46437B4-6809-466C-B8CF-4B20EE69184C}" destId="{F3A8B0B7-8672-44B8-836F-9122AC89F4B6}" srcOrd="1" destOrd="0" presId="urn:microsoft.com/office/officeart/2018/2/layout/IconVerticalSolidList"/>
    <dgm:cxn modelId="{F34055ED-D2BD-4B7D-B02B-92C58E263C06}" type="presParOf" srcId="{D46437B4-6809-466C-B8CF-4B20EE69184C}" destId="{BACA0CA4-CC3A-4BA5-93F0-9968B259961B}" srcOrd="2" destOrd="0" presId="urn:microsoft.com/office/officeart/2018/2/layout/IconVerticalSolidList"/>
    <dgm:cxn modelId="{CBA84C62-5BF1-4A4C-B792-C6E4D8A75E90}" type="presParOf" srcId="{D46437B4-6809-466C-B8CF-4B20EE69184C}" destId="{531AB970-1BA3-42CF-8842-F32ED8195AA1}" srcOrd="3" destOrd="0" presId="urn:microsoft.com/office/officeart/2018/2/layout/IconVerticalSolidList"/>
    <dgm:cxn modelId="{F6269AB4-1BB2-44F6-BB9E-12BDB87DE09E}" type="presParOf" srcId="{EB75C06F-322F-4AE6-BD4E-63F47A5B8F7F}" destId="{423837E1-5869-41D2-A831-A6ECE9FE07CE}" srcOrd="5" destOrd="0" presId="urn:microsoft.com/office/officeart/2018/2/layout/IconVerticalSolidList"/>
    <dgm:cxn modelId="{4D776281-2988-4DBC-8760-E5E0181CBEAF}" type="presParOf" srcId="{EB75C06F-322F-4AE6-BD4E-63F47A5B8F7F}" destId="{E194FBE0-44FB-48EC-B112-04D17D50B2D2}" srcOrd="6" destOrd="0" presId="urn:microsoft.com/office/officeart/2018/2/layout/IconVerticalSolidList"/>
    <dgm:cxn modelId="{ECA4D7EC-7CA7-40DD-A393-87822F0B108D}" type="presParOf" srcId="{E194FBE0-44FB-48EC-B112-04D17D50B2D2}" destId="{20792A80-0E7B-41EC-89C4-7B90E8E67527}" srcOrd="0" destOrd="0" presId="urn:microsoft.com/office/officeart/2018/2/layout/IconVerticalSolidList"/>
    <dgm:cxn modelId="{F50E832D-2254-4DB8-9698-C414E7EE5283}" type="presParOf" srcId="{E194FBE0-44FB-48EC-B112-04D17D50B2D2}" destId="{54B1528D-53B0-4714-83B0-2B895281CC6B}" srcOrd="1" destOrd="0" presId="urn:microsoft.com/office/officeart/2018/2/layout/IconVerticalSolidList"/>
    <dgm:cxn modelId="{56233974-1EC6-4692-AFF3-420C0C378BD7}" type="presParOf" srcId="{E194FBE0-44FB-48EC-B112-04D17D50B2D2}" destId="{4670D283-037A-4A2F-B462-72A8F16E116D}" srcOrd="2" destOrd="0" presId="urn:microsoft.com/office/officeart/2018/2/layout/IconVerticalSolidList"/>
    <dgm:cxn modelId="{F8922155-4DFC-466D-A75F-A7EFCBED1790}" type="presParOf" srcId="{E194FBE0-44FB-48EC-B112-04D17D50B2D2}" destId="{4119246B-65F0-4ADE-8270-3E222DDB39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9600D4-E767-4DF5-811C-441030A61938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D5C486B-51AA-450D-9B40-6AAFA4C38B2E}">
      <dgm:prSet/>
      <dgm:spPr/>
      <dgm:t>
        <a:bodyPr/>
        <a:lstStyle/>
        <a:p>
          <a:r>
            <a:rPr lang="en-US" dirty="0"/>
            <a:t>Many projects evaluate classification or preference, </a:t>
          </a:r>
        </a:p>
      </dgm:t>
    </dgm:pt>
    <dgm:pt modelId="{7CEF7DC7-27EE-4C11-9EF0-56439F98CD3F}" type="parTrans" cxnId="{821FCB5B-1D04-4D3D-8298-24A25D5DD2BB}">
      <dgm:prSet/>
      <dgm:spPr/>
      <dgm:t>
        <a:bodyPr/>
        <a:lstStyle/>
        <a:p>
          <a:endParaRPr lang="en-US"/>
        </a:p>
      </dgm:t>
    </dgm:pt>
    <dgm:pt modelId="{E10314A8-9ABA-45E5-8E58-AA575077EE22}" type="sibTrans" cxnId="{821FCB5B-1D04-4D3D-8298-24A25D5DD2BB}">
      <dgm:prSet/>
      <dgm:spPr/>
      <dgm:t>
        <a:bodyPr/>
        <a:lstStyle/>
        <a:p>
          <a:endParaRPr lang="en-US"/>
        </a:p>
      </dgm:t>
    </dgm:pt>
    <dgm:pt modelId="{5D8DA579-C415-4AAA-88BF-8924611AD3EC}">
      <dgm:prSet/>
      <dgm:spPr/>
      <dgm:t>
        <a:bodyPr/>
        <a:lstStyle/>
        <a:p>
          <a:r>
            <a:rPr lang="en-US" dirty="0"/>
            <a:t>Fewer measure conversation outcomes tied to supportive intent, and few collect even small, targeted user data in-class settings</a:t>
          </a:r>
        </a:p>
      </dgm:t>
    </dgm:pt>
    <dgm:pt modelId="{09BF8EC6-B76B-4ADC-9D95-613FD0574940}" type="parTrans" cxnId="{45386208-2BDE-43CD-9F36-392A6F353026}">
      <dgm:prSet/>
      <dgm:spPr/>
      <dgm:t>
        <a:bodyPr/>
        <a:lstStyle/>
        <a:p>
          <a:endParaRPr lang="en-US"/>
        </a:p>
      </dgm:t>
    </dgm:pt>
    <dgm:pt modelId="{E4DFE41C-0F2F-4CDF-93FD-F862D2A81CF8}" type="sibTrans" cxnId="{45386208-2BDE-43CD-9F36-392A6F353026}">
      <dgm:prSet/>
      <dgm:spPr/>
      <dgm:t>
        <a:bodyPr/>
        <a:lstStyle/>
        <a:p>
          <a:endParaRPr lang="en-US"/>
        </a:p>
      </dgm:t>
    </dgm:pt>
    <dgm:pt modelId="{7AD78046-6196-0B41-B97F-777A6FB6C0A6}" type="pres">
      <dgm:prSet presAssocID="{339600D4-E767-4DF5-811C-441030A61938}" presName="Name0" presStyleCnt="0">
        <dgm:presLayoutVars>
          <dgm:dir/>
          <dgm:animLvl val="lvl"/>
          <dgm:resizeHandles val="exact"/>
        </dgm:presLayoutVars>
      </dgm:prSet>
      <dgm:spPr/>
    </dgm:pt>
    <dgm:pt modelId="{F2AAECC7-700D-BF4A-B172-9636A3FAE1FC}" type="pres">
      <dgm:prSet presAssocID="{5D8DA579-C415-4AAA-88BF-8924611AD3EC}" presName="boxAndChildren" presStyleCnt="0"/>
      <dgm:spPr/>
    </dgm:pt>
    <dgm:pt modelId="{7ACE0883-5D49-2440-AB53-598491FE06AB}" type="pres">
      <dgm:prSet presAssocID="{5D8DA579-C415-4AAA-88BF-8924611AD3EC}" presName="parentTextBox" presStyleLbl="node1" presStyleIdx="0" presStyleCnt="2"/>
      <dgm:spPr/>
    </dgm:pt>
    <dgm:pt modelId="{2139E963-B612-2D46-A2E3-424347796592}" type="pres">
      <dgm:prSet presAssocID="{E10314A8-9ABA-45E5-8E58-AA575077EE22}" presName="sp" presStyleCnt="0"/>
      <dgm:spPr/>
    </dgm:pt>
    <dgm:pt modelId="{F1B4304B-7044-A249-8CE6-F84763A0BF1C}" type="pres">
      <dgm:prSet presAssocID="{ED5C486B-51AA-450D-9B40-6AAFA4C38B2E}" presName="arrowAndChildren" presStyleCnt="0"/>
      <dgm:spPr/>
    </dgm:pt>
    <dgm:pt modelId="{16E09A0C-199A-FD40-A8C1-6041A7959583}" type="pres">
      <dgm:prSet presAssocID="{ED5C486B-51AA-450D-9B40-6AAFA4C38B2E}" presName="parentTextArrow" presStyleLbl="node1" presStyleIdx="1" presStyleCnt="2"/>
      <dgm:spPr/>
    </dgm:pt>
  </dgm:ptLst>
  <dgm:cxnLst>
    <dgm:cxn modelId="{45386208-2BDE-43CD-9F36-392A6F353026}" srcId="{339600D4-E767-4DF5-811C-441030A61938}" destId="{5D8DA579-C415-4AAA-88BF-8924611AD3EC}" srcOrd="1" destOrd="0" parTransId="{09BF8EC6-B76B-4ADC-9D95-613FD0574940}" sibTransId="{E4DFE41C-0F2F-4CDF-93FD-F862D2A81CF8}"/>
    <dgm:cxn modelId="{EEECE535-0837-CE49-8EE4-00D89F0995B4}" type="presOf" srcId="{339600D4-E767-4DF5-811C-441030A61938}" destId="{7AD78046-6196-0B41-B97F-777A6FB6C0A6}" srcOrd="0" destOrd="0" presId="urn:microsoft.com/office/officeart/2005/8/layout/process4"/>
    <dgm:cxn modelId="{821FCB5B-1D04-4D3D-8298-24A25D5DD2BB}" srcId="{339600D4-E767-4DF5-811C-441030A61938}" destId="{ED5C486B-51AA-450D-9B40-6AAFA4C38B2E}" srcOrd="0" destOrd="0" parTransId="{7CEF7DC7-27EE-4C11-9EF0-56439F98CD3F}" sibTransId="{E10314A8-9ABA-45E5-8E58-AA575077EE22}"/>
    <dgm:cxn modelId="{22DB0C90-6E10-0045-BA3B-70220D1D0C38}" type="presOf" srcId="{5D8DA579-C415-4AAA-88BF-8924611AD3EC}" destId="{7ACE0883-5D49-2440-AB53-598491FE06AB}" srcOrd="0" destOrd="0" presId="urn:microsoft.com/office/officeart/2005/8/layout/process4"/>
    <dgm:cxn modelId="{CCF056C8-EAE1-7543-AC8D-030F25759055}" type="presOf" srcId="{ED5C486B-51AA-450D-9B40-6AAFA4C38B2E}" destId="{16E09A0C-199A-FD40-A8C1-6041A7959583}" srcOrd="0" destOrd="0" presId="urn:microsoft.com/office/officeart/2005/8/layout/process4"/>
    <dgm:cxn modelId="{E8C3CD5D-ACC9-8540-92BF-1A0049DA5103}" type="presParOf" srcId="{7AD78046-6196-0B41-B97F-777A6FB6C0A6}" destId="{F2AAECC7-700D-BF4A-B172-9636A3FAE1FC}" srcOrd="0" destOrd="0" presId="urn:microsoft.com/office/officeart/2005/8/layout/process4"/>
    <dgm:cxn modelId="{20AEC706-A139-FD4F-946A-4E85772CF47E}" type="presParOf" srcId="{F2AAECC7-700D-BF4A-B172-9636A3FAE1FC}" destId="{7ACE0883-5D49-2440-AB53-598491FE06AB}" srcOrd="0" destOrd="0" presId="urn:microsoft.com/office/officeart/2005/8/layout/process4"/>
    <dgm:cxn modelId="{AF5B9155-6ABF-0547-9D2A-7C66E5686327}" type="presParOf" srcId="{7AD78046-6196-0B41-B97F-777A6FB6C0A6}" destId="{2139E963-B612-2D46-A2E3-424347796592}" srcOrd="1" destOrd="0" presId="urn:microsoft.com/office/officeart/2005/8/layout/process4"/>
    <dgm:cxn modelId="{4F7A6E39-0726-6743-8690-E9F461584B8A}" type="presParOf" srcId="{7AD78046-6196-0B41-B97F-777A6FB6C0A6}" destId="{F1B4304B-7044-A249-8CE6-F84763A0BF1C}" srcOrd="2" destOrd="0" presId="urn:microsoft.com/office/officeart/2005/8/layout/process4"/>
    <dgm:cxn modelId="{AEE2D3D0-CAD2-1E44-ACD0-9568520B1031}" type="presParOf" srcId="{F1B4304B-7044-A249-8CE6-F84763A0BF1C}" destId="{16E09A0C-199A-FD40-A8C1-6041A795958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865F9F-CC6B-42E6-9128-FE69B9CFCE6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7D7D8B-E6A1-40E8-9DA1-4A28EEAAF756}">
      <dgm:prSet/>
      <dgm:spPr/>
      <dgm:t>
        <a:bodyPr/>
        <a:lstStyle/>
        <a:p>
          <a:r>
            <a:rPr lang="en-US"/>
            <a:t>Input</a:t>
          </a:r>
          <a:r>
            <a:rPr lang="zh-CN"/>
            <a:t> </a:t>
          </a:r>
          <a:r>
            <a:rPr lang="en-US"/>
            <a:t>model:</a:t>
          </a:r>
          <a:r>
            <a:rPr lang="zh-CN"/>
            <a:t> </a:t>
          </a:r>
          <a:r>
            <a:rPr lang="en-US"/>
            <a:t>Extract</a:t>
          </a:r>
          <a:r>
            <a:rPr lang="zh-CN"/>
            <a:t> </a:t>
          </a:r>
          <a:r>
            <a:rPr lang="en-US"/>
            <a:t>features</a:t>
          </a:r>
          <a:r>
            <a:rPr lang="zh-CN"/>
            <a:t> </a:t>
          </a:r>
          <a:r>
            <a:rPr lang="en-US"/>
            <a:t>based</a:t>
          </a:r>
          <a:r>
            <a:rPr lang="zh-CN"/>
            <a:t> </a:t>
          </a:r>
          <a:r>
            <a:rPr lang="en-US"/>
            <a:t>on</a:t>
          </a:r>
          <a:r>
            <a:rPr lang="zh-CN"/>
            <a:t> </a:t>
          </a:r>
          <a:r>
            <a:rPr lang="en-US"/>
            <a:t>the</a:t>
          </a:r>
          <a:r>
            <a:rPr lang="zh-CN"/>
            <a:t> </a:t>
          </a:r>
          <a:r>
            <a:rPr lang="en-US"/>
            <a:t>given</a:t>
          </a:r>
          <a:r>
            <a:rPr lang="zh-CN"/>
            <a:t> </a:t>
          </a:r>
          <a:r>
            <a:rPr lang="en-US"/>
            <a:t>prompt</a:t>
          </a:r>
          <a:r>
            <a:rPr lang="zh-CN"/>
            <a:t> </a:t>
          </a:r>
          <a:r>
            <a:rPr lang="en-US"/>
            <a:t>and</a:t>
          </a:r>
          <a:r>
            <a:rPr lang="zh-CN"/>
            <a:t> </a:t>
          </a:r>
          <a:r>
            <a:rPr lang="en-US"/>
            <a:t>gather</a:t>
          </a:r>
          <a:r>
            <a:rPr lang="zh-CN"/>
            <a:t> </a:t>
          </a:r>
          <a:r>
            <a:rPr lang="en-US"/>
            <a:t>information</a:t>
          </a:r>
          <a:r>
            <a:rPr lang="zh-CN"/>
            <a:t> </a:t>
          </a:r>
          <a:r>
            <a:rPr lang="en-US"/>
            <a:t>from</a:t>
          </a:r>
          <a:r>
            <a:rPr lang="zh-CN"/>
            <a:t> </a:t>
          </a:r>
          <a:r>
            <a:rPr lang="en-US"/>
            <a:t>the</a:t>
          </a:r>
          <a:r>
            <a:rPr lang="zh-CN"/>
            <a:t> </a:t>
          </a:r>
          <a:r>
            <a:rPr lang="en-US"/>
            <a:t>chat</a:t>
          </a:r>
          <a:r>
            <a:rPr lang="zh-CN"/>
            <a:t> </a:t>
          </a:r>
          <a:r>
            <a:rPr lang="en-US"/>
            <a:t>(potentially</a:t>
          </a:r>
          <a:r>
            <a:rPr lang="zh-CN"/>
            <a:t> </a:t>
          </a:r>
          <a:r>
            <a:rPr lang="en-US"/>
            <a:t>image</a:t>
          </a:r>
          <a:r>
            <a:rPr lang="zh-CN"/>
            <a:t> </a:t>
          </a:r>
          <a:r>
            <a:rPr lang="en-US"/>
            <a:t>and</a:t>
          </a:r>
          <a:r>
            <a:rPr lang="zh-CN"/>
            <a:t> </a:t>
          </a:r>
          <a:r>
            <a:rPr lang="en-US"/>
            <a:t>audio</a:t>
          </a:r>
          <a:r>
            <a:rPr lang="zh-CN"/>
            <a:t> </a:t>
          </a:r>
          <a:r>
            <a:rPr lang="en-US"/>
            <a:t>based</a:t>
          </a:r>
          <a:r>
            <a:rPr lang="zh-CN"/>
            <a:t> </a:t>
          </a:r>
          <a:r>
            <a:rPr lang="en-US"/>
            <a:t>on</a:t>
          </a:r>
          <a:r>
            <a:rPr lang="zh-CN"/>
            <a:t> </a:t>
          </a:r>
          <a:r>
            <a:rPr lang="en-US"/>
            <a:t>the</a:t>
          </a:r>
          <a:r>
            <a:rPr lang="zh-CN"/>
            <a:t> </a:t>
          </a:r>
          <a:r>
            <a:rPr lang="en-US"/>
            <a:t>availability</a:t>
          </a:r>
          <a:r>
            <a:rPr lang="zh-CN"/>
            <a:t> </a:t>
          </a:r>
          <a:r>
            <a:rPr lang="en-US"/>
            <a:t>of</a:t>
          </a:r>
          <a:r>
            <a:rPr lang="zh-CN"/>
            <a:t> </a:t>
          </a:r>
          <a:r>
            <a:rPr lang="en-US"/>
            <a:t>the</a:t>
          </a:r>
          <a:r>
            <a:rPr lang="zh-CN"/>
            <a:t> </a:t>
          </a:r>
          <a:r>
            <a:rPr lang="en-US"/>
            <a:t>dataset:</a:t>
          </a:r>
          <a:r>
            <a:rPr lang="zh-CN"/>
            <a:t> </a:t>
          </a:r>
          <a:r>
            <a:rPr lang="en-US"/>
            <a:t>StressID)</a:t>
          </a:r>
        </a:p>
      </dgm:t>
    </dgm:pt>
    <dgm:pt modelId="{17BF55B0-E046-4207-A8A5-5E7093A791F9}" type="parTrans" cxnId="{FB5FA389-4717-46B9-BE63-FF92009A3C60}">
      <dgm:prSet/>
      <dgm:spPr/>
      <dgm:t>
        <a:bodyPr/>
        <a:lstStyle/>
        <a:p>
          <a:endParaRPr lang="en-US"/>
        </a:p>
      </dgm:t>
    </dgm:pt>
    <dgm:pt modelId="{6B00785B-D5C8-478B-A7C1-3597ADBB1482}" type="sibTrans" cxnId="{FB5FA389-4717-46B9-BE63-FF92009A3C60}">
      <dgm:prSet/>
      <dgm:spPr/>
      <dgm:t>
        <a:bodyPr/>
        <a:lstStyle/>
        <a:p>
          <a:endParaRPr lang="en-US"/>
        </a:p>
      </dgm:t>
    </dgm:pt>
    <dgm:pt modelId="{4FB433CC-493A-4140-B789-6E021FE257B8}">
      <dgm:prSet/>
      <dgm:spPr/>
      <dgm:t>
        <a:bodyPr/>
        <a:lstStyle/>
        <a:p>
          <a:r>
            <a:rPr lang="en-US"/>
            <a:t>Output</a:t>
          </a:r>
          <a:r>
            <a:rPr lang="zh-CN"/>
            <a:t> </a:t>
          </a:r>
          <a:r>
            <a:rPr lang="en-US"/>
            <a:t>model:</a:t>
          </a:r>
          <a:r>
            <a:rPr lang="zh-CN"/>
            <a:t> </a:t>
          </a:r>
          <a:r>
            <a:rPr lang="en-US"/>
            <a:t>Instruction tuning or prompt engineering focused on supportive dialogue.</a:t>
          </a:r>
        </a:p>
      </dgm:t>
    </dgm:pt>
    <dgm:pt modelId="{9D1118A8-75C3-4C2A-8CA6-04A0D9472272}" type="parTrans" cxnId="{15EE7D16-B883-4FC3-BBDE-4FC2A18E85E6}">
      <dgm:prSet/>
      <dgm:spPr/>
      <dgm:t>
        <a:bodyPr/>
        <a:lstStyle/>
        <a:p>
          <a:endParaRPr lang="en-US"/>
        </a:p>
      </dgm:t>
    </dgm:pt>
    <dgm:pt modelId="{3631EFA6-4822-40C8-BA39-D8C37A6F5C7A}" type="sibTrans" cxnId="{15EE7D16-B883-4FC3-BBDE-4FC2A18E85E6}">
      <dgm:prSet/>
      <dgm:spPr/>
      <dgm:t>
        <a:bodyPr/>
        <a:lstStyle/>
        <a:p>
          <a:endParaRPr lang="en-US"/>
        </a:p>
      </dgm:t>
    </dgm:pt>
    <dgm:pt modelId="{A454D233-5677-438D-B677-33E9E7E4B46A}">
      <dgm:prSet/>
      <dgm:spPr/>
      <dgm:t>
        <a:bodyPr/>
        <a:lstStyle/>
        <a:p>
          <a:r>
            <a:rPr lang="en-US"/>
            <a:t>Judge</a:t>
          </a:r>
          <a:r>
            <a:rPr lang="zh-CN"/>
            <a:t> </a:t>
          </a:r>
          <a:r>
            <a:rPr lang="en-US"/>
            <a:t>model:</a:t>
          </a:r>
          <a:r>
            <a:rPr lang="zh-CN"/>
            <a:t> </a:t>
          </a:r>
          <a:r>
            <a:rPr lang="en-US"/>
            <a:t>We</a:t>
          </a:r>
          <a:r>
            <a:rPr lang="zh-CN"/>
            <a:t> </a:t>
          </a:r>
          <a:r>
            <a:rPr lang="en-US"/>
            <a:t>will</a:t>
          </a:r>
          <a:r>
            <a:rPr lang="zh-CN"/>
            <a:t> </a:t>
          </a:r>
          <a:r>
            <a:rPr lang="en-US"/>
            <a:t>evaluate</a:t>
          </a:r>
          <a:r>
            <a:rPr lang="zh-CN"/>
            <a:t> </a:t>
          </a:r>
          <a:r>
            <a:rPr lang="en-US"/>
            <a:t>if</a:t>
          </a:r>
          <a:r>
            <a:rPr lang="zh-CN"/>
            <a:t> </a:t>
          </a:r>
          <a:r>
            <a:rPr lang="en-US"/>
            <a:t>the</a:t>
          </a:r>
          <a:r>
            <a:rPr lang="zh-CN"/>
            <a:t> </a:t>
          </a:r>
          <a:r>
            <a:rPr lang="en-US"/>
            <a:t>input</a:t>
          </a:r>
          <a:r>
            <a:rPr lang="zh-CN"/>
            <a:t> </a:t>
          </a:r>
          <a:r>
            <a:rPr lang="en-US"/>
            <a:t>model</a:t>
          </a:r>
          <a:r>
            <a:rPr lang="zh-CN"/>
            <a:t> </a:t>
          </a:r>
          <a:r>
            <a:rPr lang="en-US"/>
            <a:t>can</a:t>
          </a:r>
          <a:r>
            <a:rPr lang="zh-CN"/>
            <a:t> </a:t>
          </a:r>
          <a:r>
            <a:rPr lang="en-US"/>
            <a:t>talk</a:t>
          </a:r>
          <a:r>
            <a:rPr lang="zh-CN"/>
            <a:t> </a:t>
          </a:r>
          <a:r>
            <a:rPr lang="en-US"/>
            <a:t>to</a:t>
          </a:r>
          <a:r>
            <a:rPr lang="zh-CN"/>
            <a:t> </a:t>
          </a:r>
          <a:r>
            <a:rPr lang="en-US"/>
            <a:t>the</a:t>
          </a:r>
          <a:r>
            <a:rPr lang="zh-CN"/>
            <a:t> </a:t>
          </a:r>
          <a:endParaRPr lang="en-US"/>
        </a:p>
      </dgm:t>
    </dgm:pt>
    <dgm:pt modelId="{75D7FB09-6998-464F-B87D-24DDE3F3D9F3}" type="parTrans" cxnId="{714CC935-D929-4A6E-89DF-34819E771E01}">
      <dgm:prSet/>
      <dgm:spPr/>
      <dgm:t>
        <a:bodyPr/>
        <a:lstStyle/>
        <a:p>
          <a:endParaRPr lang="en-US"/>
        </a:p>
      </dgm:t>
    </dgm:pt>
    <dgm:pt modelId="{72BF70AE-0611-47A7-9BAF-543C71EC2150}" type="sibTrans" cxnId="{714CC935-D929-4A6E-89DF-34819E771E01}">
      <dgm:prSet/>
      <dgm:spPr/>
      <dgm:t>
        <a:bodyPr/>
        <a:lstStyle/>
        <a:p>
          <a:endParaRPr lang="en-US"/>
        </a:p>
      </dgm:t>
    </dgm:pt>
    <dgm:pt modelId="{DE3A0C59-8615-704E-8EBF-7B1C93A6CEFC}" type="pres">
      <dgm:prSet presAssocID="{3E865F9F-CC6B-42E6-9128-FE69B9CFCE64}" presName="linear" presStyleCnt="0">
        <dgm:presLayoutVars>
          <dgm:animLvl val="lvl"/>
          <dgm:resizeHandles val="exact"/>
        </dgm:presLayoutVars>
      </dgm:prSet>
      <dgm:spPr/>
    </dgm:pt>
    <dgm:pt modelId="{B1103B14-9056-6D42-9010-13A0A9D48714}" type="pres">
      <dgm:prSet presAssocID="{C57D7D8B-E6A1-40E8-9DA1-4A28EEAAF7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D4AE28C-AA74-A849-8178-01065B240CA4}" type="pres">
      <dgm:prSet presAssocID="{6B00785B-D5C8-478B-A7C1-3597ADBB1482}" presName="spacer" presStyleCnt="0"/>
      <dgm:spPr/>
    </dgm:pt>
    <dgm:pt modelId="{C39FDF96-B296-CC43-A9F8-EB622358F914}" type="pres">
      <dgm:prSet presAssocID="{4FB433CC-493A-4140-B789-6E021FE257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821EA7-DBFC-D549-92EC-C63BCC3B1F12}" type="pres">
      <dgm:prSet presAssocID="{3631EFA6-4822-40C8-BA39-D8C37A6F5C7A}" presName="spacer" presStyleCnt="0"/>
      <dgm:spPr/>
    </dgm:pt>
    <dgm:pt modelId="{1D19B085-AAAF-8647-A913-05A56E2FC799}" type="pres">
      <dgm:prSet presAssocID="{A454D233-5677-438D-B677-33E9E7E4B46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5EE7D16-B883-4FC3-BBDE-4FC2A18E85E6}" srcId="{3E865F9F-CC6B-42E6-9128-FE69B9CFCE64}" destId="{4FB433CC-493A-4140-B789-6E021FE257B8}" srcOrd="1" destOrd="0" parTransId="{9D1118A8-75C3-4C2A-8CA6-04A0D9472272}" sibTransId="{3631EFA6-4822-40C8-BA39-D8C37A6F5C7A}"/>
    <dgm:cxn modelId="{67381D24-D274-6747-B5C0-30E6FEF74D71}" type="presOf" srcId="{A454D233-5677-438D-B677-33E9E7E4B46A}" destId="{1D19B085-AAAF-8647-A913-05A56E2FC799}" srcOrd="0" destOrd="0" presId="urn:microsoft.com/office/officeart/2005/8/layout/vList2"/>
    <dgm:cxn modelId="{63BD122B-8544-FC43-AE67-22F32E84EF36}" type="presOf" srcId="{3E865F9F-CC6B-42E6-9128-FE69B9CFCE64}" destId="{DE3A0C59-8615-704E-8EBF-7B1C93A6CEFC}" srcOrd="0" destOrd="0" presId="urn:microsoft.com/office/officeart/2005/8/layout/vList2"/>
    <dgm:cxn modelId="{714CC935-D929-4A6E-89DF-34819E771E01}" srcId="{3E865F9F-CC6B-42E6-9128-FE69B9CFCE64}" destId="{A454D233-5677-438D-B677-33E9E7E4B46A}" srcOrd="2" destOrd="0" parTransId="{75D7FB09-6998-464F-B87D-24DDE3F3D9F3}" sibTransId="{72BF70AE-0611-47A7-9BAF-543C71EC2150}"/>
    <dgm:cxn modelId="{FB5FA389-4717-46B9-BE63-FF92009A3C60}" srcId="{3E865F9F-CC6B-42E6-9128-FE69B9CFCE64}" destId="{C57D7D8B-E6A1-40E8-9DA1-4A28EEAAF756}" srcOrd="0" destOrd="0" parTransId="{17BF55B0-E046-4207-A8A5-5E7093A791F9}" sibTransId="{6B00785B-D5C8-478B-A7C1-3597ADBB1482}"/>
    <dgm:cxn modelId="{D6DA028F-8E68-FE45-A964-4E63E098B0F0}" type="presOf" srcId="{4FB433CC-493A-4140-B789-6E021FE257B8}" destId="{C39FDF96-B296-CC43-A9F8-EB622358F914}" srcOrd="0" destOrd="0" presId="urn:microsoft.com/office/officeart/2005/8/layout/vList2"/>
    <dgm:cxn modelId="{1BD84ECC-7E07-0A41-9284-5DB76F6147D3}" type="presOf" srcId="{C57D7D8B-E6A1-40E8-9DA1-4A28EEAAF756}" destId="{B1103B14-9056-6D42-9010-13A0A9D48714}" srcOrd="0" destOrd="0" presId="urn:microsoft.com/office/officeart/2005/8/layout/vList2"/>
    <dgm:cxn modelId="{389243FB-3E18-0046-93E1-3CA6F4A33641}" type="presParOf" srcId="{DE3A0C59-8615-704E-8EBF-7B1C93A6CEFC}" destId="{B1103B14-9056-6D42-9010-13A0A9D48714}" srcOrd="0" destOrd="0" presId="urn:microsoft.com/office/officeart/2005/8/layout/vList2"/>
    <dgm:cxn modelId="{A3381E4C-59FD-6D4B-97D9-C7C9C36D292A}" type="presParOf" srcId="{DE3A0C59-8615-704E-8EBF-7B1C93A6CEFC}" destId="{1D4AE28C-AA74-A849-8178-01065B240CA4}" srcOrd="1" destOrd="0" presId="urn:microsoft.com/office/officeart/2005/8/layout/vList2"/>
    <dgm:cxn modelId="{D9785A8B-7FA9-5340-AEB8-C645AC2B2D9B}" type="presParOf" srcId="{DE3A0C59-8615-704E-8EBF-7B1C93A6CEFC}" destId="{C39FDF96-B296-CC43-A9F8-EB622358F914}" srcOrd="2" destOrd="0" presId="urn:microsoft.com/office/officeart/2005/8/layout/vList2"/>
    <dgm:cxn modelId="{FDBDAA8B-2EBA-AE44-8ADA-48EB175CB1A2}" type="presParOf" srcId="{DE3A0C59-8615-704E-8EBF-7B1C93A6CEFC}" destId="{8E821EA7-DBFC-D549-92EC-C63BCC3B1F12}" srcOrd="3" destOrd="0" presId="urn:microsoft.com/office/officeart/2005/8/layout/vList2"/>
    <dgm:cxn modelId="{03674F0A-1566-F140-B9F8-1C42A1130ECE}" type="presParOf" srcId="{DE3A0C59-8615-704E-8EBF-7B1C93A6CEFC}" destId="{1D19B085-AAAF-8647-A913-05A56E2FC79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8788F5-C63D-4A4D-BE12-65E5FC3E8A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78A2C60-3802-4822-8922-A5FCC13E1518}">
      <dgm:prSet/>
      <dgm:spPr/>
      <dgm:t>
        <a:bodyPr/>
        <a:lstStyle/>
        <a:p>
          <a:r>
            <a:rPr lang="en-US"/>
            <a:t>Input</a:t>
          </a:r>
          <a:r>
            <a:rPr lang="zh-CN"/>
            <a:t> </a:t>
          </a:r>
          <a:r>
            <a:rPr lang="en-US"/>
            <a:t>model:</a:t>
          </a:r>
          <a:r>
            <a:rPr lang="zh-CN"/>
            <a:t>  </a:t>
          </a:r>
          <a:r>
            <a:rPr lang="en-US"/>
            <a:t>We</a:t>
          </a:r>
          <a:r>
            <a:rPr lang="zh-CN"/>
            <a:t> </a:t>
          </a:r>
          <a:r>
            <a:rPr lang="en-US"/>
            <a:t>will</a:t>
          </a:r>
          <a:r>
            <a:rPr lang="zh-CN"/>
            <a:t> </a:t>
          </a:r>
          <a:r>
            <a:rPr lang="en-US"/>
            <a:t>test</a:t>
          </a:r>
          <a:r>
            <a:rPr lang="zh-CN"/>
            <a:t> </a:t>
          </a:r>
          <a:r>
            <a:rPr lang="en-US"/>
            <a:t>the</a:t>
          </a:r>
          <a:r>
            <a:rPr lang="zh-CN"/>
            <a:t> </a:t>
          </a:r>
          <a:r>
            <a:rPr lang="en-US"/>
            <a:t>hallucination</a:t>
          </a:r>
          <a:r>
            <a:rPr lang="zh-CN"/>
            <a:t> </a:t>
          </a:r>
          <a:r>
            <a:rPr lang="en-US"/>
            <a:t>by</a:t>
          </a:r>
          <a:r>
            <a:rPr lang="zh-CN"/>
            <a:t> </a:t>
          </a:r>
          <a:r>
            <a:rPr lang="en-US"/>
            <a:t>calculated</a:t>
          </a:r>
          <a:r>
            <a:rPr lang="zh-CN"/>
            <a:t> </a:t>
          </a:r>
          <a:r>
            <a:rPr lang="en-US"/>
            <a:t>consistency</a:t>
          </a:r>
          <a:r>
            <a:rPr lang="zh-CN"/>
            <a:t> </a:t>
          </a:r>
          <a:r>
            <a:rPr lang="en-US"/>
            <a:t>of</a:t>
          </a:r>
          <a:r>
            <a:rPr lang="zh-CN"/>
            <a:t> </a:t>
          </a:r>
          <a:r>
            <a:rPr lang="en-US"/>
            <a:t>our</a:t>
          </a:r>
          <a:r>
            <a:rPr lang="zh-CN"/>
            <a:t> </a:t>
          </a:r>
          <a:r>
            <a:rPr lang="en-US"/>
            <a:t>model.</a:t>
          </a:r>
        </a:p>
      </dgm:t>
    </dgm:pt>
    <dgm:pt modelId="{046DF032-9EEC-49C8-84E9-6E924E753D74}" type="parTrans" cxnId="{315B4589-A46C-49A0-8984-D3E093A6FF20}">
      <dgm:prSet/>
      <dgm:spPr/>
      <dgm:t>
        <a:bodyPr/>
        <a:lstStyle/>
        <a:p>
          <a:endParaRPr lang="en-US"/>
        </a:p>
      </dgm:t>
    </dgm:pt>
    <dgm:pt modelId="{60C08963-DFDA-44A9-96FD-BBE057BBA079}" type="sibTrans" cxnId="{315B4589-A46C-49A0-8984-D3E093A6FF20}">
      <dgm:prSet/>
      <dgm:spPr/>
      <dgm:t>
        <a:bodyPr/>
        <a:lstStyle/>
        <a:p>
          <a:endParaRPr lang="en-US"/>
        </a:p>
      </dgm:t>
    </dgm:pt>
    <dgm:pt modelId="{077A9226-0DAB-4415-BEF1-8E603DB51B91}">
      <dgm:prSet/>
      <dgm:spPr/>
      <dgm:t>
        <a:bodyPr/>
        <a:lstStyle/>
        <a:p>
          <a:r>
            <a:rPr lang="en-US"/>
            <a:t>Output</a:t>
          </a:r>
          <a:r>
            <a:rPr lang="zh-CN"/>
            <a:t> </a:t>
          </a:r>
          <a:r>
            <a:rPr lang="en-US"/>
            <a:t>model:</a:t>
          </a:r>
          <a:r>
            <a:rPr lang="zh-CN"/>
            <a:t> </a:t>
          </a:r>
          <a:r>
            <a:rPr lang="en-US"/>
            <a:t>We</a:t>
          </a:r>
          <a:r>
            <a:rPr lang="zh-CN"/>
            <a:t> </a:t>
          </a:r>
          <a:r>
            <a:rPr lang="en-US"/>
            <a:t>might</a:t>
          </a:r>
          <a:r>
            <a:rPr lang="zh-CN"/>
            <a:t> </a:t>
          </a:r>
          <a:r>
            <a:rPr lang="en-US"/>
            <a:t>conduct</a:t>
          </a:r>
          <a:r>
            <a:rPr lang="zh-CN"/>
            <a:t> </a:t>
          </a:r>
          <a:r>
            <a:rPr lang="en-US"/>
            <a:t>some</a:t>
          </a:r>
          <a:r>
            <a:rPr lang="zh-CN"/>
            <a:t> </a:t>
          </a:r>
          <a:r>
            <a:rPr lang="en-US"/>
            <a:t>questionnaire</a:t>
          </a:r>
          <a:r>
            <a:rPr lang="zh-CN"/>
            <a:t> </a:t>
          </a:r>
          <a:r>
            <a:rPr lang="en-US"/>
            <a:t>to</a:t>
          </a:r>
          <a:r>
            <a:rPr lang="zh-CN"/>
            <a:t> </a:t>
          </a:r>
          <a:r>
            <a:rPr lang="en-US"/>
            <a:t>collect</a:t>
          </a:r>
          <a:r>
            <a:rPr lang="zh-CN"/>
            <a:t> </a:t>
          </a:r>
          <a:r>
            <a:rPr lang="en-US"/>
            <a:t>data</a:t>
          </a:r>
          <a:r>
            <a:rPr lang="zh-CN"/>
            <a:t> </a:t>
          </a:r>
          <a:r>
            <a:rPr lang="en-US"/>
            <a:t>for</a:t>
          </a:r>
          <a:r>
            <a:rPr lang="zh-CN"/>
            <a:t> </a:t>
          </a:r>
          <a:r>
            <a:rPr lang="en-US"/>
            <a:t>our</a:t>
          </a:r>
          <a:r>
            <a:rPr lang="zh-CN"/>
            <a:t> </a:t>
          </a:r>
          <a:r>
            <a:rPr lang="en-US"/>
            <a:t>stress</a:t>
          </a:r>
          <a:r>
            <a:rPr lang="zh-CN"/>
            <a:t> </a:t>
          </a:r>
          <a:r>
            <a:rPr lang="en-US"/>
            <a:t>relief</a:t>
          </a:r>
          <a:r>
            <a:rPr lang="zh-CN"/>
            <a:t> </a:t>
          </a:r>
          <a:r>
            <a:rPr lang="en-US"/>
            <a:t>model.</a:t>
          </a:r>
        </a:p>
      </dgm:t>
    </dgm:pt>
    <dgm:pt modelId="{60074598-855E-4709-8AC3-363E14564620}" type="parTrans" cxnId="{476E7249-A3B1-4872-A058-49F011997EA9}">
      <dgm:prSet/>
      <dgm:spPr/>
      <dgm:t>
        <a:bodyPr/>
        <a:lstStyle/>
        <a:p>
          <a:endParaRPr lang="en-US"/>
        </a:p>
      </dgm:t>
    </dgm:pt>
    <dgm:pt modelId="{2179B1DA-479E-446F-8103-0EDED8DCFB2E}" type="sibTrans" cxnId="{476E7249-A3B1-4872-A058-49F011997EA9}">
      <dgm:prSet/>
      <dgm:spPr/>
      <dgm:t>
        <a:bodyPr/>
        <a:lstStyle/>
        <a:p>
          <a:endParaRPr lang="en-US"/>
        </a:p>
      </dgm:t>
    </dgm:pt>
    <dgm:pt modelId="{C2F09BB6-D7E8-4E9B-A8E1-E3BEB7D5E425}">
      <dgm:prSet/>
      <dgm:spPr/>
      <dgm:t>
        <a:bodyPr/>
        <a:lstStyle/>
        <a:p>
          <a:r>
            <a:rPr lang="en-US" dirty="0"/>
            <a:t>Judge</a:t>
          </a:r>
          <a:r>
            <a:rPr lang="zh-CN" dirty="0"/>
            <a:t> </a:t>
          </a:r>
          <a:r>
            <a:rPr lang="en-US" dirty="0"/>
            <a:t>model:</a:t>
          </a:r>
          <a:r>
            <a:rPr lang="zh-CN" dirty="0"/>
            <a:t> </a:t>
          </a:r>
          <a:r>
            <a:rPr lang="en-US" dirty="0"/>
            <a:t>we</a:t>
          </a:r>
          <a:r>
            <a:rPr lang="zh-CN" dirty="0"/>
            <a:t> </a:t>
          </a:r>
          <a:r>
            <a:rPr lang="en-US" dirty="0"/>
            <a:t>will</a:t>
          </a:r>
          <a:r>
            <a:rPr lang="zh-CN" dirty="0"/>
            <a:t> </a:t>
          </a:r>
          <a:r>
            <a:rPr lang="en-US" dirty="0"/>
            <a:t>do</a:t>
          </a:r>
          <a:r>
            <a:rPr lang="zh-CN" dirty="0"/>
            <a:t> </a:t>
          </a:r>
          <a:r>
            <a:rPr lang="en-US" dirty="0"/>
            <a:t>a</a:t>
          </a:r>
          <a:r>
            <a:rPr lang="zh-CN" dirty="0"/>
            <a:t> </a:t>
          </a:r>
          <a:r>
            <a:rPr lang="en-US" dirty="0"/>
            <a:t>train-test</a:t>
          </a:r>
          <a:r>
            <a:rPr lang="zh-CN" dirty="0"/>
            <a:t> </a:t>
          </a:r>
          <a:r>
            <a:rPr lang="en-US" dirty="0"/>
            <a:t>split</a:t>
          </a:r>
          <a:r>
            <a:rPr lang="zh-CN" dirty="0"/>
            <a:t> </a:t>
          </a:r>
          <a:r>
            <a:rPr lang="en-US" dirty="0"/>
            <a:t>for</a:t>
          </a:r>
          <a:r>
            <a:rPr lang="zh-CN" dirty="0"/>
            <a:t> </a:t>
          </a:r>
          <a:r>
            <a:rPr lang="en-US" dirty="0"/>
            <a:t>validation</a:t>
          </a:r>
          <a:r>
            <a:rPr lang="zh-CN" dirty="0"/>
            <a:t> </a:t>
          </a:r>
          <a:r>
            <a:rPr lang="en-US" dirty="0"/>
            <a:t>of</a:t>
          </a:r>
          <a:r>
            <a:rPr lang="zh-CN" dirty="0"/>
            <a:t> </a:t>
          </a:r>
          <a:r>
            <a:rPr lang="en-US" dirty="0"/>
            <a:t>our</a:t>
          </a:r>
          <a:r>
            <a:rPr lang="zh-CN" dirty="0"/>
            <a:t> </a:t>
          </a:r>
          <a:r>
            <a:rPr lang="en-US" dirty="0"/>
            <a:t>model</a:t>
          </a:r>
          <a:r>
            <a:rPr lang="zh-CN" dirty="0"/>
            <a:t> </a:t>
          </a:r>
          <a:r>
            <a:rPr lang="en-US" dirty="0"/>
            <a:t>to</a:t>
          </a:r>
          <a:r>
            <a:rPr lang="zh-CN" dirty="0"/>
            <a:t> </a:t>
          </a:r>
          <a:r>
            <a:rPr lang="en-US" dirty="0"/>
            <a:t>test</a:t>
          </a:r>
          <a:r>
            <a:rPr lang="zh-CN" dirty="0"/>
            <a:t> </a:t>
          </a:r>
          <a:r>
            <a:rPr lang="en-US" dirty="0"/>
            <a:t>the</a:t>
          </a:r>
          <a:r>
            <a:rPr lang="zh-CN" dirty="0"/>
            <a:t> </a:t>
          </a:r>
          <a:r>
            <a:rPr lang="en-US" dirty="0"/>
            <a:t>accuracy,</a:t>
          </a:r>
          <a:r>
            <a:rPr lang="zh-CN" dirty="0"/>
            <a:t> </a:t>
          </a:r>
          <a:r>
            <a:rPr lang="en-US" dirty="0"/>
            <a:t>recall,</a:t>
          </a:r>
          <a:r>
            <a:rPr lang="zh-CN" dirty="0"/>
            <a:t> </a:t>
          </a:r>
          <a:r>
            <a:rPr lang="en-US" dirty="0"/>
            <a:t>and</a:t>
          </a:r>
          <a:r>
            <a:rPr lang="zh-CN" dirty="0"/>
            <a:t> </a:t>
          </a:r>
          <a:r>
            <a:rPr lang="en-US" dirty="0"/>
            <a:t>F1-score</a:t>
          </a:r>
          <a:r>
            <a:rPr lang="zh-CN" dirty="0"/>
            <a:t> </a:t>
          </a:r>
          <a:r>
            <a:rPr lang="en-US" dirty="0"/>
            <a:t>for</a:t>
          </a:r>
          <a:r>
            <a:rPr lang="zh-CN" dirty="0"/>
            <a:t> </a:t>
          </a:r>
          <a:r>
            <a:rPr lang="en-US" dirty="0"/>
            <a:t>identification</a:t>
          </a:r>
          <a:r>
            <a:rPr lang="zh-CN" dirty="0"/>
            <a:t> </a:t>
          </a:r>
          <a:r>
            <a:rPr lang="en-US" dirty="0"/>
            <a:t>of</a:t>
          </a:r>
          <a:r>
            <a:rPr lang="zh-CN" dirty="0"/>
            <a:t> </a:t>
          </a:r>
          <a:r>
            <a:rPr lang="en-US" dirty="0"/>
            <a:t>the</a:t>
          </a:r>
          <a:r>
            <a:rPr lang="zh-CN" dirty="0"/>
            <a:t> </a:t>
          </a:r>
          <a:r>
            <a:rPr lang="en-US" dirty="0"/>
            <a:t>patients.</a:t>
          </a:r>
        </a:p>
      </dgm:t>
    </dgm:pt>
    <dgm:pt modelId="{E479E71F-C20D-46AD-8229-F11C8043E44A}" type="parTrans" cxnId="{A414E516-BDE7-4157-9ACA-93832D285498}">
      <dgm:prSet/>
      <dgm:spPr/>
      <dgm:t>
        <a:bodyPr/>
        <a:lstStyle/>
        <a:p>
          <a:endParaRPr lang="en-US"/>
        </a:p>
      </dgm:t>
    </dgm:pt>
    <dgm:pt modelId="{5E317323-FF30-4237-BB63-A4B61033A4BC}" type="sibTrans" cxnId="{A414E516-BDE7-4157-9ACA-93832D285498}">
      <dgm:prSet/>
      <dgm:spPr/>
      <dgm:t>
        <a:bodyPr/>
        <a:lstStyle/>
        <a:p>
          <a:endParaRPr lang="en-US"/>
        </a:p>
      </dgm:t>
    </dgm:pt>
    <dgm:pt modelId="{A73C7886-60D4-44C0-A197-47A734804F81}" type="pres">
      <dgm:prSet presAssocID="{4B8788F5-C63D-4A4D-BE12-65E5FC3E8ACF}" presName="root" presStyleCnt="0">
        <dgm:presLayoutVars>
          <dgm:dir/>
          <dgm:resizeHandles val="exact"/>
        </dgm:presLayoutVars>
      </dgm:prSet>
      <dgm:spPr/>
    </dgm:pt>
    <dgm:pt modelId="{E865EBAB-4AB2-4CBB-8B44-6DFC3C66B071}" type="pres">
      <dgm:prSet presAssocID="{778A2C60-3802-4822-8922-A5FCC13E1518}" presName="compNode" presStyleCnt="0"/>
      <dgm:spPr/>
    </dgm:pt>
    <dgm:pt modelId="{631A7CAA-9F2B-4921-95D0-C70C9412E40D}" type="pres">
      <dgm:prSet presAssocID="{778A2C60-3802-4822-8922-A5FCC13E1518}" presName="bgRect" presStyleLbl="bgShp" presStyleIdx="0" presStyleCnt="3"/>
      <dgm:spPr/>
    </dgm:pt>
    <dgm:pt modelId="{6B7C7DCB-1090-4FA2-854C-648ABC4253A2}" type="pres">
      <dgm:prSet presAssocID="{778A2C60-3802-4822-8922-A5FCC13E15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BE39EE6-5B08-446B-971B-36730E61D8D6}" type="pres">
      <dgm:prSet presAssocID="{778A2C60-3802-4822-8922-A5FCC13E1518}" presName="spaceRect" presStyleCnt="0"/>
      <dgm:spPr/>
    </dgm:pt>
    <dgm:pt modelId="{7D9D2014-7FAA-4E6B-AC62-5F3A3479F9AF}" type="pres">
      <dgm:prSet presAssocID="{778A2C60-3802-4822-8922-A5FCC13E1518}" presName="parTx" presStyleLbl="revTx" presStyleIdx="0" presStyleCnt="3">
        <dgm:presLayoutVars>
          <dgm:chMax val="0"/>
          <dgm:chPref val="0"/>
        </dgm:presLayoutVars>
      </dgm:prSet>
      <dgm:spPr/>
    </dgm:pt>
    <dgm:pt modelId="{3CFB8249-E0C0-4252-B0B7-0E830CD671E1}" type="pres">
      <dgm:prSet presAssocID="{60C08963-DFDA-44A9-96FD-BBE057BBA079}" presName="sibTrans" presStyleCnt="0"/>
      <dgm:spPr/>
    </dgm:pt>
    <dgm:pt modelId="{9DA93F34-BEB0-41CA-8744-6F796242DD43}" type="pres">
      <dgm:prSet presAssocID="{077A9226-0DAB-4415-BEF1-8E603DB51B91}" presName="compNode" presStyleCnt="0"/>
      <dgm:spPr/>
    </dgm:pt>
    <dgm:pt modelId="{98BDE30F-38E0-409F-9D08-E3BBFD172348}" type="pres">
      <dgm:prSet presAssocID="{077A9226-0DAB-4415-BEF1-8E603DB51B91}" presName="bgRect" presStyleLbl="bgShp" presStyleIdx="1" presStyleCnt="3"/>
      <dgm:spPr/>
    </dgm:pt>
    <dgm:pt modelId="{DE6583BE-DBDF-4819-BA64-E4D5DF399C20}" type="pres">
      <dgm:prSet presAssocID="{077A9226-0DAB-4415-BEF1-8E603DB51B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DC7C6E0-8FE5-4B9A-AA94-229CCEC8530B}" type="pres">
      <dgm:prSet presAssocID="{077A9226-0DAB-4415-BEF1-8E603DB51B91}" presName="spaceRect" presStyleCnt="0"/>
      <dgm:spPr/>
    </dgm:pt>
    <dgm:pt modelId="{7EDAA96B-9385-4B92-B158-840E4D014482}" type="pres">
      <dgm:prSet presAssocID="{077A9226-0DAB-4415-BEF1-8E603DB51B91}" presName="parTx" presStyleLbl="revTx" presStyleIdx="1" presStyleCnt="3">
        <dgm:presLayoutVars>
          <dgm:chMax val="0"/>
          <dgm:chPref val="0"/>
        </dgm:presLayoutVars>
      </dgm:prSet>
      <dgm:spPr/>
    </dgm:pt>
    <dgm:pt modelId="{98262D2A-EFA7-4277-8FB2-2A79DBCBD17B}" type="pres">
      <dgm:prSet presAssocID="{2179B1DA-479E-446F-8103-0EDED8DCFB2E}" presName="sibTrans" presStyleCnt="0"/>
      <dgm:spPr/>
    </dgm:pt>
    <dgm:pt modelId="{30F5E7C5-9FFD-4D70-A233-F515C97781DA}" type="pres">
      <dgm:prSet presAssocID="{C2F09BB6-D7E8-4E9B-A8E1-E3BEB7D5E425}" presName="compNode" presStyleCnt="0"/>
      <dgm:spPr/>
    </dgm:pt>
    <dgm:pt modelId="{D8095042-E9EF-4F96-9F46-5769CFD0AA61}" type="pres">
      <dgm:prSet presAssocID="{C2F09BB6-D7E8-4E9B-A8E1-E3BEB7D5E425}" presName="bgRect" presStyleLbl="bgShp" presStyleIdx="2" presStyleCnt="3"/>
      <dgm:spPr/>
    </dgm:pt>
    <dgm:pt modelId="{5973AC65-5787-469F-9D70-D31B2D4C2ACF}" type="pres">
      <dgm:prSet presAssocID="{C2F09BB6-D7E8-4E9B-A8E1-E3BEB7D5E4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1DFD3926-D4E3-4A0F-A259-EE506B993ECC}" type="pres">
      <dgm:prSet presAssocID="{C2F09BB6-D7E8-4E9B-A8E1-E3BEB7D5E425}" presName="spaceRect" presStyleCnt="0"/>
      <dgm:spPr/>
    </dgm:pt>
    <dgm:pt modelId="{545019BD-3B07-442E-90A0-1FC19BD4815A}" type="pres">
      <dgm:prSet presAssocID="{C2F09BB6-D7E8-4E9B-A8E1-E3BEB7D5E42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1873E12-2680-455C-995F-FE7F1F2F2001}" type="presOf" srcId="{778A2C60-3802-4822-8922-A5FCC13E1518}" destId="{7D9D2014-7FAA-4E6B-AC62-5F3A3479F9AF}" srcOrd="0" destOrd="0" presId="urn:microsoft.com/office/officeart/2018/2/layout/IconVerticalSolidList"/>
    <dgm:cxn modelId="{A414E516-BDE7-4157-9ACA-93832D285498}" srcId="{4B8788F5-C63D-4A4D-BE12-65E5FC3E8ACF}" destId="{C2F09BB6-D7E8-4E9B-A8E1-E3BEB7D5E425}" srcOrd="2" destOrd="0" parTransId="{E479E71F-C20D-46AD-8229-F11C8043E44A}" sibTransId="{5E317323-FF30-4237-BB63-A4B61033A4BC}"/>
    <dgm:cxn modelId="{3C88442F-EEDE-46E3-8B2E-B93B9202488C}" type="presOf" srcId="{4B8788F5-C63D-4A4D-BE12-65E5FC3E8ACF}" destId="{A73C7886-60D4-44C0-A197-47A734804F81}" srcOrd="0" destOrd="0" presId="urn:microsoft.com/office/officeart/2018/2/layout/IconVerticalSolidList"/>
    <dgm:cxn modelId="{476E7249-A3B1-4872-A058-49F011997EA9}" srcId="{4B8788F5-C63D-4A4D-BE12-65E5FC3E8ACF}" destId="{077A9226-0DAB-4415-BEF1-8E603DB51B91}" srcOrd="1" destOrd="0" parTransId="{60074598-855E-4709-8AC3-363E14564620}" sibTransId="{2179B1DA-479E-446F-8103-0EDED8DCFB2E}"/>
    <dgm:cxn modelId="{315B4589-A46C-49A0-8984-D3E093A6FF20}" srcId="{4B8788F5-C63D-4A4D-BE12-65E5FC3E8ACF}" destId="{778A2C60-3802-4822-8922-A5FCC13E1518}" srcOrd="0" destOrd="0" parTransId="{046DF032-9EEC-49C8-84E9-6E924E753D74}" sibTransId="{60C08963-DFDA-44A9-96FD-BBE057BBA079}"/>
    <dgm:cxn modelId="{2A375ABE-227C-4126-ABF1-460B19717CE6}" type="presOf" srcId="{C2F09BB6-D7E8-4E9B-A8E1-E3BEB7D5E425}" destId="{545019BD-3B07-442E-90A0-1FC19BD4815A}" srcOrd="0" destOrd="0" presId="urn:microsoft.com/office/officeart/2018/2/layout/IconVerticalSolidList"/>
    <dgm:cxn modelId="{2E41B2ED-E2E1-424F-A954-C07BE42ACA12}" type="presOf" srcId="{077A9226-0DAB-4415-BEF1-8E603DB51B91}" destId="{7EDAA96B-9385-4B92-B158-840E4D014482}" srcOrd="0" destOrd="0" presId="urn:microsoft.com/office/officeart/2018/2/layout/IconVerticalSolidList"/>
    <dgm:cxn modelId="{7B301F1A-F8D9-4471-B6FA-E6EECFAE66D1}" type="presParOf" srcId="{A73C7886-60D4-44C0-A197-47A734804F81}" destId="{E865EBAB-4AB2-4CBB-8B44-6DFC3C66B071}" srcOrd="0" destOrd="0" presId="urn:microsoft.com/office/officeart/2018/2/layout/IconVerticalSolidList"/>
    <dgm:cxn modelId="{BF16A01A-5DED-4355-953F-B8432A0A2CC4}" type="presParOf" srcId="{E865EBAB-4AB2-4CBB-8B44-6DFC3C66B071}" destId="{631A7CAA-9F2B-4921-95D0-C70C9412E40D}" srcOrd="0" destOrd="0" presId="urn:microsoft.com/office/officeart/2018/2/layout/IconVerticalSolidList"/>
    <dgm:cxn modelId="{844D8D27-1E2D-407A-B299-85BFFF6B6CB8}" type="presParOf" srcId="{E865EBAB-4AB2-4CBB-8B44-6DFC3C66B071}" destId="{6B7C7DCB-1090-4FA2-854C-648ABC4253A2}" srcOrd="1" destOrd="0" presId="urn:microsoft.com/office/officeart/2018/2/layout/IconVerticalSolidList"/>
    <dgm:cxn modelId="{B97A1DFF-C8E1-428D-92AB-4EFC71184E5B}" type="presParOf" srcId="{E865EBAB-4AB2-4CBB-8B44-6DFC3C66B071}" destId="{5BE39EE6-5B08-446B-971B-36730E61D8D6}" srcOrd="2" destOrd="0" presId="urn:microsoft.com/office/officeart/2018/2/layout/IconVerticalSolidList"/>
    <dgm:cxn modelId="{5A5B43BD-5A07-4F93-8409-0811A9E240B3}" type="presParOf" srcId="{E865EBAB-4AB2-4CBB-8B44-6DFC3C66B071}" destId="{7D9D2014-7FAA-4E6B-AC62-5F3A3479F9AF}" srcOrd="3" destOrd="0" presId="urn:microsoft.com/office/officeart/2018/2/layout/IconVerticalSolidList"/>
    <dgm:cxn modelId="{7C20A89E-3C71-47AE-AB23-2BC5A25C531F}" type="presParOf" srcId="{A73C7886-60D4-44C0-A197-47A734804F81}" destId="{3CFB8249-E0C0-4252-B0B7-0E830CD671E1}" srcOrd="1" destOrd="0" presId="urn:microsoft.com/office/officeart/2018/2/layout/IconVerticalSolidList"/>
    <dgm:cxn modelId="{A66A53B5-B570-413E-8C16-9479A793D10A}" type="presParOf" srcId="{A73C7886-60D4-44C0-A197-47A734804F81}" destId="{9DA93F34-BEB0-41CA-8744-6F796242DD43}" srcOrd="2" destOrd="0" presId="urn:microsoft.com/office/officeart/2018/2/layout/IconVerticalSolidList"/>
    <dgm:cxn modelId="{518A68DC-8AAA-40D8-AFCA-E58015FF31AC}" type="presParOf" srcId="{9DA93F34-BEB0-41CA-8744-6F796242DD43}" destId="{98BDE30F-38E0-409F-9D08-E3BBFD172348}" srcOrd="0" destOrd="0" presId="urn:microsoft.com/office/officeart/2018/2/layout/IconVerticalSolidList"/>
    <dgm:cxn modelId="{A2805AF8-072A-4F55-BEB9-BCABC4B633F2}" type="presParOf" srcId="{9DA93F34-BEB0-41CA-8744-6F796242DD43}" destId="{DE6583BE-DBDF-4819-BA64-E4D5DF399C20}" srcOrd="1" destOrd="0" presId="urn:microsoft.com/office/officeart/2018/2/layout/IconVerticalSolidList"/>
    <dgm:cxn modelId="{938F595F-F8A1-41E8-A842-0BBD4739310C}" type="presParOf" srcId="{9DA93F34-BEB0-41CA-8744-6F796242DD43}" destId="{CDC7C6E0-8FE5-4B9A-AA94-229CCEC8530B}" srcOrd="2" destOrd="0" presId="urn:microsoft.com/office/officeart/2018/2/layout/IconVerticalSolidList"/>
    <dgm:cxn modelId="{957AED9F-8405-459C-AD44-5617FC6706F1}" type="presParOf" srcId="{9DA93F34-BEB0-41CA-8744-6F796242DD43}" destId="{7EDAA96B-9385-4B92-B158-840E4D014482}" srcOrd="3" destOrd="0" presId="urn:microsoft.com/office/officeart/2018/2/layout/IconVerticalSolidList"/>
    <dgm:cxn modelId="{FD7C95B6-E84D-438C-85E2-1A6FE1E0838B}" type="presParOf" srcId="{A73C7886-60D4-44C0-A197-47A734804F81}" destId="{98262D2A-EFA7-4277-8FB2-2A79DBCBD17B}" srcOrd="3" destOrd="0" presId="urn:microsoft.com/office/officeart/2018/2/layout/IconVerticalSolidList"/>
    <dgm:cxn modelId="{43DB3C39-1636-4CE1-B168-AFAFF6D38568}" type="presParOf" srcId="{A73C7886-60D4-44C0-A197-47A734804F81}" destId="{30F5E7C5-9FFD-4D70-A233-F515C97781DA}" srcOrd="4" destOrd="0" presId="urn:microsoft.com/office/officeart/2018/2/layout/IconVerticalSolidList"/>
    <dgm:cxn modelId="{1930BE65-C6D8-40F3-A1E4-AE6AE0CF3632}" type="presParOf" srcId="{30F5E7C5-9FFD-4D70-A233-F515C97781DA}" destId="{D8095042-E9EF-4F96-9F46-5769CFD0AA61}" srcOrd="0" destOrd="0" presId="urn:microsoft.com/office/officeart/2018/2/layout/IconVerticalSolidList"/>
    <dgm:cxn modelId="{A39FDD43-D0E2-4B4E-B43D-9EA4CDD66C24}" type="presParOf" srcId="{30F5E7C5-9FFD-4D70-A233-F515C97781DA}" destId="{5973AC65-5787-469F-9D70-D31B2D4C2ACF}" srcOrd="1" destOrd="0" presId="urn:microsoft.com/office/officeart/2018/2/layout/IconVerticalSolidList"/>
    <dgm:cxn modelId="{E337D8F7-5FAA-4452-9DED-85969FBFD8E9}" type="presParOf" srcId="{30F5E7C5-9FFD-4D70-A233-F515C97781DA}" destId="{1DFD3926-D4E3-4A0F-A259-EE506B993ECC}" srcOrd="2" destOrd="0" presId="urn:microsoft.com/office/officeart/2018/2/layout/IconVerticalSolidList"/>
    <dgm:cxn modelId="{ACB1916D-2FA0-4005-9205-6E8DF1BD15A6}" type="presParOf" srcId="{30F5E7C5-9FFD-4D70-A233-F515C97781DA}" destId="{545019BD-3B07-442E-90A0-1FC19BD481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94C54-6687-4AC2-839F-BFAD98C5AAD9}">
      <dsp:nvSpPr>
        <dsp:cNvPr id="0" name=""/>
        <dsp:cNvSpPr/>
      </dsp:nvSpPr>
      <dsp:spPr>
        <a:xfrm>
          <a:off x="0" y="1924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D76A3-AE68-4882-B306-7745E90620F9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A84D2-56CC-425B-8D71-8F5E7D5F8898}">
      <dsp:nvSpPr>
        <dsp:cNvPr id="0" name=""/>
        <dsp:cNvSpPr/>
      </dsp:nvSpPr>
      <dsp:spPr>
        <a:xfrm>
          <a:off x="1126608" y="192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MentalLLAMA</a:t>
          </a:r>
          <a:r>
            <a:rPr lang="en-US" sz="2200" kern="1200" dirty="0"/>
            <a:t> </a:t>
          </a:r>
        </a:p>
      </dsp:txBody>
      <dsp:txXfrm>
        <a:off x="1126608" y="1924"/>
        <a:ext cx="4786828" cy="975418"/>
      </dsp:txXfrm>
    </dsp:sp>
    <dsp:sp modelId="{393A0955-E46D-46F1-A472-B14F745CCADC}">
      <dsp:nvSpPr>
        <dsp:cNvPr id="0" name=""/>
        <dsp:cNvSpPr/>
      </dsp:nvSpPr>
      <dsp:spPr>
        <a:xfrm>
          <a:off x="0" y="1221197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A356E-74AD-40B2-9AF9-6C53902DB438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DB7BB-C639-40A4-B9B4-F837210C8372}">
      <dsp:nvSpPr>
        <dsp:cNvPr id="0" name=""/>
        <dsp:cNvSpPr/>
      </dsp:nvSpPr>
      <dsp:spPr>
        <a:xfrm>
          <a:off x="1126608" y="1221197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MentalBERT</a:t>
          </a:r>
          <a:r>
            <a:rPr lang="en-US" sz="2200" kern="1200" dirty="0"/>
            <a:t> </a:t>
          </a:r>
        </a:p>
      </dsp:txBody>
      <dsp:txXfrm>
        <a:off x="1126608" y="1221197"/>
        <a:ext cx="4786828" cy="975418"/>
      </dsp:txXfrm>
    </dsp:sp>
    <dsp:sp modelId="{6FBD5109-ABB1-42EC-BB29-70A6DDADE60D}">
      <dsp:nvSpPr>
        <dsp:cNvPr id="0" name=""/>
        <dsp:cNvSpPr/>
      </dsp:nvSpPr>
      <dsp:spPr>
        <a:xfrm>
          <a:off x="0" y="2440471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8B0B7-8672-44B8-836F-9122AC89F4B6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AB970-1BA3-42CF-8842-F32ED8195AA1}">
      <dsp:nvSpPr>
        <dsp:cNvPr id="0" name=""/>
        <dsp:cNvSpPr/>
      </dsp:nvSpPr>
      <dsp:spPr>
        <a:xfrm>
          <a:off x="1126608" y="2440471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SERMO-style rule modules </a:t>
          </a:r>
        </a:p>
      </dsp:txBody>
      <dsp:txXfrm>
        <a:off x="1126608" y="2440471"/>
        <a:ext cx="4786828" cy="975418"/>
      </dsp:txXfrm>
    </dsp:sp>
    <dsp:sp modelId="{20792A80-0E7B-41EC-89C4-7B90E8E67527}">
      <dsp:nvSpPr>
        <dsp:cNvPr id="0" name=""/>
        <dsp:cNvSpPr/>
      </dsp:nvSpPr>
      <dsp:spPr>
        <a:xfrm>
          <a:off x="0" y="3659744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1528D-53B0-4714-83B0-2B895281CC6B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9246B-65F0-4ADE-8270-3E222DDB39BC}">
      <dsp:nvSpPr>
        <dsp:cNvPr id="0" name=""/>
        <dsp:cNvSpPr/>
      </dsp:nvSpPr>
      <dsp:spPr>
        <a:xfrm>
          <a:off x="1126608" y="365974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multimodal depression detection</a:t>
          </a:r>
        </a:p>
      </dsp:txBody>
      <dsp:txXfrm>
        <a:off x="1126608" y="3659744"/>
        <a:ext cx="4786828" cy="9754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E0883-5D49-2440-AB53-598491FE06AB}">
      <dsp:nvSpPr>
        <dsp:cNvPr id="0" name=""/>
        <dsp:cNvSpPr/>
      </dsp:nvSpPr>
      <dsp:spPr>
        <a:xfrm>
          <a:off x="0" y="2798728"/>
          <a:ext cx="5913437" cy="18362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Fewer measure conversation outcomes tied to supportive intent, and few collect even small, targeted user data in-class settings</a:t>
          </a:r>
        </a:p>
      </dsp:txBody>
      <dsp:txXfrm>
        <a:off x="0" y="2798728"/>
        <a:ext cx="5913437" cy="1836268"/>
      </dsp:txXfrm>
    </dsp:sp>
    <dsp:sp modelId="{16E09A0C-199A-FD40-A8C1-6041A7959583}">
      <dsp:nvSpPr>
        <dsp:cNvPr id="0" name=""/>
        <dsp:cNvSpPr/>
      </dsp:nvSpPr>
      <dsp:spPr>
        <a:xfrm rot="10800000">
          <a:off x="0" y="2090"/>
          <a:ext cx="5913437" cy="2824181"/>
        </a:xfrm>
        <a:prstGeom prst="upArrowCallou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Many projects evaluate classification or preference, </a:t>
          </a:r>
        </a:p>
      </dsp:txBody>
      <dsp:txXfrm rot="10800000">
        <a:off x="0" y="2090"/>
        <a:ext cx="5913437" cy="1835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03B14-9056-6D42-9010-13A0A9D48714}">
      <dsp:nvSpPr>
        <dsp:cNvPr id="0" name=""/>
        <dsp:cNvSpPr/>
      </dsp:nvSpPr>
      <dsp:spPr>
        <a:xfrm>
          <a:off x="0" y="15803"/>
          <a:ext cx="5913437" cy="1492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Input</a:t>
          </a:r>
          <a:r>
            <a:rPr lang="zh-CN" sz="2200" kern="1200"/>
            <a:t> </a:t>
          </a:r>
          <a:r>
            <a:rPr lang="en-US" sz="2200" kern="1200"/>
            <a:t>model:</a:t>
          </a:r>
          <a:r>
            <a:rPr lang="zh-CN" sz="2200" kern="1200"/>
            <a:t> </a:t>
          </a:r>
          <a:r>
            <a:rPr lang="en-US" sz="2200" kern="1200"/>
            <a:t>Extract</a:t>
          </a:r>
          <a:r>
            <a:rPr lang="zh-CN" sz="2200" kern="1200"/>
            <a:t> </a:t>
          </a:r>
          <a:r>
            <a:rPr lang="en-US" sz="2200" kern="1200"/>
            <a:t>features</a:t>
          </a:r>
          <a:r>
            <a:rPr lang="zh-CN" sz="2200" kern="1200"/>
            <a:t> </a:t>
          </a:r>
          <a:r>
            <a:rPr lang="en-US" sz="2200" kern="1200"/>
            <a:t>based</a:t>
          </a:r>
          <a:r>
            <a:rPr lang="zh-CN" sz="2200" kern="1200"/>
            <a:t> </a:t>
          </a:r>
          <a:r>
            <a:rPr lang="en-US" sz="2200" kern="1200"/>
            <a:t>on</a:t>
          </a:r>
          <a:r>
            <a:rPr lang="zh-CN" sz="2200" kern="1200"/>
            <a:t> </a:t>
          </a:r>
          <a:r>
            <a:rPr lang="en-US" sz="2200" kern="1200"/>
            <a:t>the</a:t>
          </a:r>
          <a:r>
            <a:rPr lang="zh-CN" sz="2200" kern="1200"/>
            <a:t> </a:t>
          </a:r>
          <a:r>
            <a:rPr lang="en-US" sz="2200" kern="1200"/>
            <a:t>given</a:t>
          </a:r>
          <a:r>
            <a:rPr lang="zh-CN" sz="2200" kern="1200"/>
            <a:t> </a:t>
          </a:r>
          <a:r>
            <a:rPr lang="en-US" sz="2200" kern="1200"/>
            <a:t>prompt</a:t>
          </a:r>
          <a:r>
            <a:rPr lang="zh-CN" sz="2200" kern="1200"/>
            <a:t> </a:t>
          </a:r>
          <a:r>
            <a:rPr lang="en-US" sz="2200" kern="1200"/>
            <a:t>and</a:t>
          </a:r>
          <a:r>
            <a:rPr lang="zh-CN" sz="2200" kern="1200"/>
            <a:t> </a:t>
          </a:r>
          <a:r>
            <a:rPr lang="en-US" sz="2200" kern="1200"/>
            <a:t>gather</a:t>
          </a:r>
          <a:r>
            <a:rPr lang="zh-CN" sz="2200" kern="1200"/>
            <a:t> </a:t>
          </a:r>
          <a:r>
            <a:rPr lang="en-US" sz="2200" kern="1200"/>
            <a:t>information</a:t>
          </a:r>
          <a:r>
            <a:rPr lang="zh-CN" sz="2200" kern="1200"/>
            <a:t> </a:t>
          </a:r>
          <a:r>
            <a:rPr lang="en-US" sz="2200" kern="1200"/>
            <a:t>from</a:t>
          </a:r>
          <a:r>
            <a:rPr lang="zh-CN" sz="2200" kern="1200"/>
            <a:t> </a:t>
          </a:r>
          <a:r>
            <a:rPr lang="en-US" sz="2200" kern="1200"/>
            <a:t>the</a:t>
          </a:r>
          <a:r>
            <a:rPr lang="zh-CN" sz="2200" kern="1200"/>
            <a:t> </a:t>
          </a:r>
          <a:r>
            <a:rPr lang="en-US" sz="2200" kern="1200"/>
            <a:t>chat</a:t>
          </a:r>
          <a:r>
            <a:rPr lang="zh-CN" sz="2200" kern="1200"/>
            <a:t> </a:t>
          </a:r>
          <a:r>
            <a:rPr lang="en-US" sz="2200" kern="1200"/>
            <a:t>(potentially</a:t>
          </a:r>
          <a:r>
            <a:rPr lang="zh-CN" sz="2200" kern="1200"/>
            <a:t> </a:t>
          </a:r>
          <a:r>
            <a:rPr lang="en-US" sz="2200" kern="1200"/>
            <a:t>image</a:t>
          </a:r>
          <a:r>
            <a:rPr lang="zh-CN" sz="2200" kern="1200"/>
            <a:t> </a:t>
          </a:r>
          <a:r>
            <a:rPr lang="en-US" sz="2200" kern="1200"/>
            <a:t>and</a:t>
          </a:r>
          <a:r>
            <a:rPr lang="zh-CN" sz="2200" kern="1200"/>
            <a:t> </a:t>
          </a:r>
          <a:r>
            <a:rPr lang="en-US" sz="2200" kern="1200"/>
            <a:t>audio</a:t>
          </a:r>
          <a:r>
            <a:rPr lang="zh-CN" sz="2200" kern="1200"/>
            <a:t> </a:t>
          </a:r>
          <a:r>
            <a:rPr lang="en-US" sz="2200" kern="1200"/>
            <a:t>based</a:t>
          </a:r>
          <a:r>
            <a:rPr lang="zh-CN" sz="2200" kern="1200"/>
            <a:t> </a:t>
          </a:r>
          <a:r>
            <a:rPr lang="en-US" sz="2200" kern="1200"/>
            <a:t>on</a:t>
          </a:r>
          <a:r>
            <a:rPr lang="zh-CN" sz="2200" kern="1200"/>
            <a:t> </a:t>
          </a:r>
          <a:r>
            <a:rPr lang="en-US" sz="2200" kern="1200"/>
            <a:t>the</a:t>
          </a:r>
          <a:r>
            <a:rPr lang="zh-CN" sz="2200" kern="1200"/>
            <a:t> </a:t>
          </a:r>
          <a:r>
            <a:rPr lang="en-US" sz="2200" kern="1200"/>
            <a:t>availability</a:t>
          </a:r>
          <a:r>
            <a:rPr lang="zh-CN" sz="2200" kern="1200"/>
            <a:t> </a:t>
          </a:r>
          <a:r>
            <a:rPr lang="en-US" sz="2200" kern="1200"/>
            <a:t>of</a:t>
          </a:r>
          <a:r>
            <a:rPr lang="zh-CN" sz="2200" kern="1200"/>
            <a:t> </a:t>
          </a:r>
          <a:r>
            <a:rPr lang="en-US" sz="2200" kern="1200"/>
            <a:t>the</a:t>
          </a:r>
          <a:r>
            <a:rPr lang="zh-CN" sz="2200" kern="1200"/>
            <a:t> </a:t>
          </a:r>
          <a:r>
            <a:rPr lang="en-US" sz="2200" kern="1200"/>
            <a:t>dataset:</a:t>
          </a:r>
          <a:r>
            <a:rPr lang="zh-CN" sz="2200" kern="1200"/>
            <a:t> </a:t>
          </a:r>
          <a:r>
            <a:rPr lang="en-US" sz="2200" kern="1200"/>
            <a:t>StressID)</a:t>
          </a:r>
        </a:p>
      </dsp:txBody>
      <dsp:txXfrm>
        <a:off x="72878" y="88681"/>
        <a:ext cx="5767681" cy="1347164"/>
      </dsp:txXfrm>
    </dsp:sp>
    <dsp:sp modelId="{C39FDF96-B296-CC43-A9F8-EB622358F914}">
      <dsp:nvSpPr>
        <dsp:cNvPr id="0" name=""/>
        <dsp:cNvSpPr/>
      </dsp:nvSpPr>
      <dsp:spPr>
        <a:xfrm>
          <a:off x="0" y="1572083"/>
          <a:ext cx="5913437" cy="1492920"/>
        </a:xfrm>
        <a:prstGeom prst="roundRect">
          <a:avLst/>
        </a:prstGeom>
        <a:gradFill rotWithShape="0">
          <a:gsLst>
            <a:gs pos="0">
              <a:schemeClr val="accent2">
                <a:hueOff val="-1696488"/>
                <a:satOff val="5592"/>
                <a:lumOff val="598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696488"/>
                <a:satOff val="5592"/>
                <a:lumOff val="598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696488"/>
                <a:satOff val="5592"/>
                <a:lumOff val="598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Output</a:t>
          </a:r>
          <a:r>
            <a:rPr lang="zh-CN" sz="2200" kern="1200"/>
            <a:t> </a:t>
          </a:r>
          <a:r>
            <a:rPr lang="en-US" sz="2200" kern="1200"/>
            <a:t>model:</a:t>
          </a:r>
          <a:r>
            <a:rPr lang="zh-CN" sz="2200" kern="1200"/>
            <a:t> </a:t>
          </a:r>
          <a:r>
            <a:rPr lang="en-US" sz="2200" kern="1200"/>
            <a:t>Instruction tuning or prompt engineering focused on supportive dialogue.</a:t>
          </a:r>
        </a:p>
      </dsp:txBody>
      <dsp:txXfrm>
        <a:off x="72878" y="1644961"/>
        <a:ext cx="5767681" cy="1347164"/>
      </dsp:txXfrm>
    </dsp:sp>
    <dsp:sp modelId="{1D19B085-AAAF-8647-A913-05A56E2FC799}">
      <dsp:nvSpPr>
        <dsp:cNvPr id="0" name=""/>
        <dsp:cNvSpPr/>
      </dsp:nvSpPr>
      <dsp:spPr>
        <a:xfrm>
          <a:off x="0" y="3128364"/>
          <a:ext cx="5913437" cy="149292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Judge</a:t>
          </a:r>
          <a:r>
            <a:rPr lang="zh-CN" sz="2200" kern="1200"/>
            <a:t> </a:t>
          </a:r>
          <a:r>
            <a:rPr lang="en-US" sz="2200" kern="1200"/>
            <a:t>model:</a:t>
          </a:r>
          <a:r>
            <a:rPr lang="zh-CN" sz="2200" kern="1200"/>
            <a:t> </a:t>
          </a:r>
          <a:r>
            <a:rPr lang="en-US" sz="2200" kern="1200"/>
            <a:t>We</a:t>
          </a:r>
          <a:r>
            <a:rPr lang="zh-CN" sz="2200" kern="1200"/>
            <a:t> </a:t>
          </a:r>
          <a:r>
            <a:rPr lang="en-US" sz="2200" kern="1200"/>
            <a:t>will</a:t>
          </a:r>
          <a:r>
            <a:rPr lang="zh-CN" sz="2200" kern="1200"/>
            <a:t> </a:t>
          </a:r>
          <a:r>
            <a:rPr lang="en-US" sz="2200" kern="1200"/>
            <a:t>evaluate</a:t>
          </a:r>
          <a:r>
            <a:rPr lang="zh-CN" sz="2200" kern="1200"/>
            <a:t> </a:t>
          </a:r>
          <a:r>
            <a:rPr lang="en-US" sz="2200" kern="1200"/>
            <a:t>if</a:t>
          </a:r>
          <a:r>
            <a:rPr lang="zh-CN" sz="2200" kern="1200"/>
            <a:t> </a:t>
          </a:r>
          <a:r>
            <a:rPr lang="en-US" sz="2200" kern="1200"/>
            <a:t>the</a:t>
          </a:r>
          <a:r>
            <a:rPr lang="zh-CN" sz="2200" kern="1200"/>
            <a:t> </a:t>
          </a:r>
          <a:r>
            <a:rPr lang="en-US" sz="2200" kern="1200"/>
            <a:t>input</a:t>
          </a:r>
          <a:r>
            <a:rPr lang="zh-CN" sz="2200" kern="1200"/>
            <a:t> </a:t>
          </a:r>
          <a:r>
            <a:rPr lang="en-US" sz="2200" kern="1200"/>
            <a:t>model</a:t>
          </a:r>
          <a:r>
            <a:rPr lang="zh-CN" sz="2200" kern="1200"/>
            <a:t> </a:t>
          </a:r>
          <a:r>
            <a:rPr lang="en-US" sz="2200" kern="1200"/>
            <a:t>can</a:t>
          </a:r>
          <a:r>
            <a:rPr lang="zh-CN" sz="2200" kern="1200"/>
            <a:t> </a:t>
          </a:r>
          <a:r>
            <a:rPr lang="en-US" sz="2200" kern="1200"/>
            <a:t>talk</a:t>
          </a:r>
          <a:r>
            <a:rPr lang="zh-CN" sz="2200" kern="1200"/>
            <a:t> </a:t>
          </a:r>
          <a:r>
            <a:rPr lang="en-US" sz="2200" kern="1200"/>
            <a:t>to</a:t>
          </a:r>
          <a:r>
            <a:rPr lang="zh-CN" sz="2200" kern="1200"/>
            <a:t> </a:t>
          </a:r>
          <a:r>
            <a:rPr lang="en-US" sz="2200" kern="1200"/>
            <a:t>the</a:t>
          </a:r>
          <a:r>
            <a:rPr lang="zh-CN" sz="2200" kern="1200"/>
            <a:t> </a:t>
          </a:r>
          <a:endParaRPr lang="en-US" sz="2200" kern="1200"/>
        </a:p>
      </dsp:txBody>
      <dsp:txXfrm>
        <a:off x="72878" y="3201242"/>
        <a:ext cx="5767681" cy="13471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A7CAA-9F2B-4921-95D0-C70C9412E40D}">
      <dsp:nvSpPr>
        <dsp:cNvPr id="0" name=""/>
        <dsp:cNvSpPr/>
      </dsp:nvSpPr>
      <dsp:spPr>
        <a:xfrm>
          <a:off x="0" y="454"/>
          <a:ext cx="9604375" cy="10635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C7DCB-1090-4FA2-854C-648ABC4253A2}">
      <dsp:nvSpPr>
        <dsp:cNvPr id="0" name=""/>
        <dsp:cNvSpPr/>
      </dsp:nvSpPr>
      <dsp:spPr>
        <a:xfrm>
          <a:off x="321714" y="239746"/>
          <a:ext cx="584935" cy="5849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D2014-7FAA-4E6B-AC62-5F3A3479F9AF}">
      <dsp:nvSpPr>
        <dsp:cNvPr id="0" name=""/>
        <dsp:cNvSpPr/>
      </dsp:nvSpPr>
      <dsp:spPr>
        <a:xfrm>
          <a:off x="1228364" y="454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Input</a:t>
          </a:r>
          <a:r>
            <a:rPr lang="zh-CN" sz="2200" kern="1200"/>
            <a:t> </a:t>
          </a:r>
          <a:r>
            <a:rPr lang="en-US" sz="2200" kern="1200"/>
            <a:t>model:</a:t>
          </a:r>
          <a:r>
            <a:rPr lang="zh-CN" sz="2200" kern="1200"/>
            <a:t>  </a:t>
          </a:r>
          <a:r>
            <a:rPr lang="en-US" sz="2200" kern="1200"/>
            <a:t>We</a:t>
          </a:r>
          <a:r>
            <a:rPr lang="zh-CN" sz="2200" kern="1200"/>
            <a:t> </a:t>
          </a:r>
          <a:r>
            <a:rPr lang="en-US" sz="2200" kern="1200"/>
            <a:t>will</a:t>
          </a:r>
          <a:r>
            <a:rPr lang="zh-CN" sz="2200" kern="1200"/>
            <a:t> </a:t>
          </a:r>
          <a:r>
            <a:rPr lang="en-US" sz="2200" kern="1200"/>
            <a:t>test</a:t>
          </a:r>
          <a:r>
            <a:rPr lang="zh-CN" sz="2200" kern="1200"/>
            <a:t> </a:t>
          </a:r>
          <a:r>
            <a:rPr lang="en-US" sz="2200" kern="1200"/>
            <a:t>the</a:t>
          </a:r>
          <a:r>
            <a:rPr lang="zh-CN" sz="2200" kern="1200"/>
            <a:t> </a:t>
          </a:r>
          <a:r>
            <a:rPr lang="en-US" sz="2200" kern="1200"/>
            <a:t>hallucination</a:t>
          </a:r>
          <a:r>
            <a:rPr lang="zh-CN" sz="2200" kern="1200"/>
            <a:t> </a:t>
          </a:r>
          <a:r>
            <a:rPr lang="en-US" sz="2200" kern="1200"/>
            <a:t>by</a:t>
          </a:r>
          <a:r>
            <a:rPr lang="zh-CN" sz="2200" kern="1200"/>
            <a:t> </a:t>
          </a:r>
          <a:r>
            <a:rPr lang="en-US" sz="2200" kern="1200"/>
            <a:t>calculated</a:t>
          </a:r>
          <a:r>
            <a:rPr lang="zh-CN" sz="2200" kern="1200"/>
            <a:t> </a:t>
          </a:r>
          <a:r>
            <a:rPr lang="en-US" sz="2200" kern="1200"/>
            <a:t>consistency</a:t>
          </a:r>
          <a:r>
            <a:rPr lang="zh-CN" sz="2200" kern="1200"/>
            <a:t> </a:t>
          </a:r>
          <a:r>
            <a:rPr lang="en-US" sz="2200" kern="1200"/>
            <a:t>of</a:t>
          </a:r>
          <a:r>
            <a:rPr lang="zh-CN" sz="2200" kern="1200"/>
            <a:t> </a:t>
          </a:r>
          <a:r>
            <a:rPr lang="en-US" sz="2200" kern="1200"/>
            <a:t>our</a:t>
          </a:r>
          <a:r>
            <a:rPr lang="zh-CN" sz="2200" kern="1200"/>
            <a:t> </a:t>
          </a:r>
          <a:r>
            <a:rPr lang="en-US" sz="2200" kern="1200"/>
            <a:t>model.</a:t>
          </a:r>
        </a:p>
      </dsp:txBody>
      <dsp:txXfrm>
        <a:off x="1228364" y="454"/>
        <a:ext cx="8376010" cy="1063519"/>
      </dsp:txXfrm>
    </dsp:sp>
    <dsp:sp modelId="{98BDE30F-38E0-409F-9D08-E3BBFD172348}">
      <dsp:nvSpPr>
        <dsp:cNvPr id="0" name=""/>
        <dsp:cNvSpPr/>
      </dsp:nvSpPr>
      <dsp:spPr>
        <a:xfrm>
          <a:off x="0" y="1329853"/>
          <a:ext cx="9604375" cy="10635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583BE-DBDF-4819-BA64-E4D5DF399C20}">
      <dsp:nvSpPr>
        <dsp:cNvPr id="0" name=""/>
        <dsp:cNvSpPr/>
      </dsp:nvSpPr>
      <dsp:spPr>
        <a:xfrm>
          <a:off x="321714" y="1569145"/>
          <a:ext cx="584935" cy="5849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AA96B-9385-4B92-B158-840E4D014482}">
      <dsp:nvSpPr>
        <dsp:cNvPr id="0" name=""/>
        <dsp:cNvSpPr/>
      </dsp:nvSpPr>
      <dsp:spPr>
        <a:xfrm>
          <a:off x="1228364" y="1329853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Output</a:t>
          </a:r>
          <a:r>
            <a:rPr lang="zh-CN" sz="2200" kern="1200"/>
            <a:t> </a:t>
          </a:r>
          <a:r>
            <a:rPr lang="en-US" sz="2200" kern="1200"/>
            <a:t>model:</a:t>
          </a:r>
          <a:r>
            <a:rPr lang="zh-CN" sz="2200" kern="1200"/>
            <a:t> </a:t>
          </a:r>
          <a:r>
            <a:rPr lang="en-US" sz="2200" kern="1200"/>
            <a:t>We</a:t>
          </a:r>
          <a:r>
            <a:rPr lang="zh-CN" sz="2200" kern="1200"/>
            <a:t> </a:t>
          </a:r>
          <a:r>
            <a:rPr lang="en-US" sz="2200" kern="1200"/>
            <a:t>might</a:t>
          </a:r>
          <a:r>
            <a:rPr lang="zh-CN" sz="2200" kern="1200"/>
            <a:t> </a:t>
          </a:r>
          <a:r>
            <a:rPr lang="en-US" sz="2200" kern="1200"/>
            <a:t>conduct</a:t>
          </a:r>
          <a:r>
            <a:rPr lang="zh-CN" sz="2200" kern="1200"/>
            <a:t> </a:t>
          </a:r>
          <a:r>
            <a:rPr lang="en-US" sz="2200" kern="1200"/>
            <a:t>some</a:t>
          </a:r>
          <a:r>
            <a:rPr lang="zh-CN" sz="2200" kern="1200"/>
            <a:t> </a:t>
          </a:r>
          <a:r>
            <a:rPr lang="en-US" sz="2200" kern="1200"/>
            <a:t>questionnaire</a:t>
          </a:r>
          <a:r>
            <a:rPr lang="zh-CN" sz="2200" kern="1200"/>
            <a:t> </a:t>
          </a:r>
          <a:r>
            <a:rPr lang="en-US" sz="2200" kern="1200"/>
            <a:t>to</a:t>
          </a:r>
          <a:r>
            <a:rPr lang="zh-CN" sz="2200" kern="1200"/>
            <a:t> </a:t>
          </a:r>
          <a:r>
            <a:rPr lang="en-US" sz="2200" kern="1200"/>
            <a:t>collect</a:t>
          </a:r>
          <a:r>
            <a:rPr lang="zh-CN" sz="2200" kern="1200"/>
            <a:t> </a:t>
          </a:r>
          <a:r>
            <a:rPr lang="en-US" sz="2200" kern="1200"/>
            <a:t>data</a:t>
          </a:r>
          <a:r>
            <a:rPr lang="zh-CN" sz="2200" kern="1200"/>
            <a:t> </a:t>
          </a:r>
          <a:r>
            <a:rPr lang="en-US" sz="2200" kern="1200"/>
            <a:t>for</a:t>
          </a:r>
          <a:r>
            <a:rPr lang="zh-CN" sz="2200" kern="1200"/>
            <a:t> </a:t>
          </a:r>
          <a:r>
            <a:rPr lang="en-US" sz="2200" kern="1200"/>
            <a:t>our</a:t>
          </a:r>
          <a:r>
            <a:rPr lang="zh-CN" sz="2200" kern="1200"/>
            <a:t> </a:t>
          </a:r>
          <a:r>
            <a:rPr lang="en-US" sz="2200" kern="1200"/>
            <a:t>stress</a:t>
          </a:r>
          <a:r>
            <a:rPr lang="zh-CN" sz="2200" kern="1200"/>
            <a:t> </a:t>
          </a:r>
          <a:r>
            <a:rPr lang="en-US" sz="2200" kern="1200"/>
            <a:t>relief</a:t>
          </a:r>
          <a:r>
            <a:rPr lang="zh-CN" sz="2200" kern="1200"/>
            <a:t> </a:t>
          </a:r>
          <a:r>
            <a:rPr lang="en-US" sz="2200" kern="1200"/>
            <a:t>model.</a:t>
          </a:r>
        </a:p>
      </dsp:txBody>
      <dsp:txXfrm>
        <a:off x="1228364" y="1329853"/>
        <a:ext cx="8376010" cy="1063519"/>
      </dsp:txXfrm>
    </dsp:sp>
    <dsp:sp modelId="{D8095042-E9EF-4F96-9F46-5769CFD0AA61}">
      <dsp:nvSpPr>
        <dsp:cNvPr id="0" name=""/>
        <dsp:cNvSpPr/>
      </dsp:nvSpPr>
      <dsp:spPr>
        <a:xfrm>
          <a:off x="0" y="2659253"/>
          <a:ext cx="9604375" cy="10635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73AC65-5787-469F-9D70-D31B2D4C2ACF}">
      <dsp:nvSpPr>
        <dsp:cNvPr id="0" name=""/>
        <dsp:cNvSpPr/>
      </dsp:nvSpPr>
      <dsp:spPr>
        <a:xfrm>
          <a:off x="321714" y="2898544"/>
          <a:ext cx="584935" cy="5849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019BD-3B07-442E-90A0-1FC19BD4815A}">
      <dsp:nvSpPr>
        <dsp:cNvPr id="0" name=""/>
        <dsp:cNvSpPr/>
      </dsp:nvSpPr>
      <dsp:spPr>
        <a:xfrm>
          <a:off x="1228364" y="2659253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Judge</a:t>
          </a:r>
          <a:r>
            <a:rPr lang="zh-CN" sz="2200" kern="1200" dirty="0"/>
            <a:t> </a:t>
          </a:r>
          <a:r>
            <a:rPr lang="en-US" sz="2200" kern="1200" dirty="0"/>
            <a:t>model:</a:t>
          </a:r>
          <a:r>
            <a:rPr lang="zh-CN" sz="2200" kern="1200" dirty="0"/>
            <a:t> </a:t>
          </a:r>
          <a:r>
            <a:rPr lang="en-US" sz="2200" kern="1200" dirty="0"/>
            <a:t>we</a:t>
          </a:r>
          <a:r>
            <a:rPr lang="zh-CN" sz="2200" kern="1200" dirty="0"/>
            <a:t> </a:t>
          </a:r>
          <a:r>
            <a:rPr lang="en-US" sz="2200" kern="1200" dirty="0"/>
            <a:t>will</a:t>
          </a:r>
          <a:r>
            <a:rPr lang="zh-CN" sz="2200" kern="1200" dirty="0"/>
            <a:t> </a:t>
          </a:r>
          <a:r>
            <a:rPr lang="en-US" sz="2200" kern="1200" dirty="0"/>
            <a:t>do</a:t>
          </a:r>
          <a:r>
            <a:rPr lang="zh-CN" sz="2200" kern="1200" dirty="0"/>
            <a:t> </a:t>
          </a:r>
          <a:r>
            <a:rPr lang="en-US" sz="2200" kern="1200" dirty="0"/>
            <a:t>a</a:t>
          </a:r>
          <a:r>
            <a:rPr lang="zh-CN" sz="2200" kern="1200" dirty="0"/>
            <a:t> </a:t>
          </a:r>
          <a:r>
            <a:rPr lang="en-US" sz="2200" kern="1200" dirty="0"/>
            <a:t>train-test</a:t>
          </a:r>
          <a:r>
            <a:rPr lang="zh-CN" sz="2200" kern="1200" dirty="0"/>
            <a:t> </a:t>
          </a:r>
          <a:r>
            <a:rPr lang="en-US" sz="2200" kern="1200" dirty="0"/>
            <a:t>split</a:t>
          </a:r>
          <a:r>
            <a:rPr lang="zh-CN" sz="2200" kern="1200" dirty="0"/>
            <a:t> </a:t>
          </a:r>
          <a:r>
            <a:rPr lang="en-US" sz="2200" kern="1200" dirty="0"/>
            <a:t>for</a:t>
          </a:r>
          <a:r>
            <a:rPr lang="zh-CN" sz="2200" kern="1200" dirty="0"/>
            <a:t> </a:t>
          </a:r>
          <a:r>
            <a:rPr lang="en-US" sz="2200" kern="1200" dirty="0"/>
            <a:t>validation</a:t>
          </a:r>
          <a:r>
            <a:rPr lang="zh-CN" sz="2200" kern="1200" dirty="0"/>
            <a:t> </a:t>
          </a:r>
          <a:r>
            <a:rPr lang="en-US" sz="2200" kern="1200" dirty="0"/>
            <a:t>of</a:t>
          </a:r>
          <a:r>
            <a:rPr lang="zh-CN" sz="2200" kern="1200" dirty="0"/>
            <a:t> </a:t>
          </a:r>
          <a:r>
            <a:rPr lang="en-US" sz="2200" kern="1200" dirty="0"/>
            <a:t>our</a:t>
          </a:r>
          <a:r>
            <a:rPr lang="zh-CN" sz="2200" kern="1200" dirty="0"/>
            <a:t> </a:t>
          </a:r>
          <a:r>
            <a:rPr lang="en-US" sz="2200" kern="1200" dirty="0"/>
            <a:t>model</a:t>
          </a:r>
          <a:r>
            <a:rPr lang="zh-CN" sz="2200" kern="1200" dirty="0"/>
            <a:t> </a:t>
          </a:r>
          <a:r>
            <a:rPr lang="en-US" sz="2200" kern="1200" dirty="0"/>
            <a:t>to</a:t>
          </a:r>
          <a:r>
            <a:rPr lang="zh-CN" sz="2200" kern="1200" dirty="0"/>
            <a:t> </a:t>
          </a:r>
          <a:r>
            <a:rPr lang="en-US" sz="2200" kern="1200" dirty="0"/>
            <a:t>test</a:t>
          </a:r>
          <a:r>
            <a:rPr lang="zh-CN" sz="2200" kern="1200" dirty="0"/>
            <a:t> </a:t>
          </a:r>
          <a:r>
            <a:rPr lang="en-US" sz="2200" kern="1200" dirty="0"/>
            <a:t>the</a:t>
          </a:r>
          <a:r>
            <a:rPr lang="zh-CN" sz="2200" kern="1200" dirty="0"/>
            <a:t> </a:t>
          </a:r>
          <a:r>
            <a:rPr lang="en-US" sz="2200" kern="1200" dirty="0"/>
            <a:t>accuracy,</a:t>
          </a:r>
          <a:r>
            <a:rPr lang="zh-CN" sz="2200" kern="1200" dirty="0"/>
            <a:t> </a:t>
          </a:r>
          <a:r>
            <a:rPr lang="en-US" sz="2200" kern="1200" dirty="0"/>
            <a:t>recall,</a:t>
          </a:r>
          <a:r>
            <a:rPr lang="zh-CN" sz="2200" kern="1200" dirty="0"/>
            <a:t> </a:t>
          </a:r>
          <a:r>
            <a:rPr lang="en-US" sz="2200" kern="1200" dirty="0"/>
            <a:t>and</a:t>
          </a:r>
          <a:r>
            <a:rPr lang="zh-CN" sz="2200" kern="1200" dirty="0"/>
            <a:t> </a:t>
          </a:r>
          <a:r>
            <a:rPr lang="en-US" sz="2200" kern="1200" dirty="0"/>
            <a:t>F1-score</a:t>
          </a:r>
          <a:r>
            <a:rPr lang="zh-CN" sz="2200" kern="1200" dirty="0"/>
            <a:t> </a:t>
          </a:r>
          <a:r>
            <a:rPr lang="en-US" sz="2200" kern="1200" dirty="0"/>
            <a:t>for</a:t>
          </a:r>
          <a:r>
            <a:rPr lang="zh-CN" sz="2200" kern="1200" dirty="0"/>
            <a:t> </a:t>
          </a:r>
          <a:r>
            <a:rPr lang="en-US" sz="2200" kern="1200" dirty="0"/>
            <a:t>identification</a:t>
          </a:r>
          <a:r>
            <a:rPr lang="zh-CN" sz="2200" kern="1200" dirty="0"/>
            <a:t> </a:t>
          </a:r>
          <a:r>
            <a:rPr lang="en-US" sz="2200" kern="1200" dirty="0"/>
            <a:t>of</a:t>
          </a:r>
          <a:r>
            <a:rPr lang="zh-CN" sz="2200" kern="1200" dirty="0"/>
            <a:t> </a:t>
          </a:r>
          <a:r>
            <a:rPr lang="en-US" sz="2200" kern="1200" dirty="0"/>
            <a:t>the</a:t>
          </a:r>
          <a:r>
            <a:rPr lang="zh-CN" sz="2200" kern="1200" dirty="0"/>
            <a:t> </a:t>
          </a:r>
          <a:r>
            <a:rPr lang="en-US" sz="2200" kern="1200" dirty="0"/>
            <a:t>patients.</a:t>
          </a:r>
        </a:p>
      </dsp:txBody>
      <dsp:txXfrm>
        <a:off x="1228364" y="2659253"/>
        <a:ext cx="8376010" cy="1063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A56B-24C0-78E9-3CA8-C96B3E01D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1712890"/>
            <a:ext cx="8637073" cy="1630839"/>
          </a:xfrm>
        </p:spPr>
        <p:txBody>
          <a:bodyPr>
            <a:noAutofit/>
          </a:bodyPr>
          <a:lstStyle/>
          <a:p>
            <a:r>
              <a:rPr lang="en-CN" sz="4000" dirty="0"/>
              <a:t>LLM</a:t>
            </a:r>
            <a:r>
              <a:rPr lang="en-US" altLang="zh-CN" sz="4000" dirty="0"/>
              <a:t>-based</a:t>
            </a:r>
            <a:r>
              <a:rPr lang="zh-CN" altLang="en-US" sz="4000" dirty="0"/>
              <a:t> </a:t>
            </a:r>
            <a:r>
              <a:rPr lang="en-US" altLang="zh-CN" sz="4000" dirty="0"/>
              <a:t>Conversational</a:t>
            </a:r>
            <a:r>
              <a:rPr lang="zh-CN" altLang="en-US" sz="4000" dirty="0"/>
              <a:t> </a:t>
            </a:r>
            <a:r>
              <a:rPr lang="en-US" altLang="zh-CN" sz="4000" dirty="0"/>
              <a:t>Support</a:t>
            </a:r>
            <a:r>
              <a:rPr lang="zh-CN" altLang="en-US" sz="4000" dirty="0"/>
              <a:t> </a:t>
            </a:r>
            <a:r>
              <a:rPr lang="en-US" altLang="zh-CN" sz="4000" dirty="0"/>
              <a:t>for</a:t>
            </a:r>
            <a:r>
              <a:rPr lang="zh-CN" altLang="en-US" sz="4000" dirty="0"/>
              <a:t> </a:t>
            </a:r>
            <a:r>
              <a:rPr lang="en-US" altLang="zh-CN" sz="4000" dirty="0"/>
              <a:t>mental</a:t>
            </a:r>
            <a:r>
              <a:rPr lang="zh-CN" altLang="en-US" sz="4000" dirty="0"/>
              <a:t> </a:t>
            </a:r>
            <a:r>
              <a:rPr lang="en-US" altLang="zh-CN" sz="4000" dirty="0"/>
              <a:t>Health</a:t>
            </a:r>
            <a:r>
              <a:rPr lang="zh-CN" altLang="en-US" sz="4000" dirty="0"/>
              <a:t> </a:t>
            </a:r>
            <a:endParaRPr lang="en-C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32A75-D2FC-3AEC-6679-772196DC28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Author:</a:t>
            </a:r>
            <a:r>
              <a:rPr lang="zh-CN" altLang="en-US" dirty="0"/>
              <a:t>  </a:t>
            </a:r>
            <a:r>
              <a:rPr lang="en-US" dirty="0"/>
              <a:t>Stephen Tan, </a:t>
            </a:r>
            <a:r>
              <a:rPr lang="en-US" dirty="0" err="1"/>
              <a:t>Shouyu</a:t>
            </a:r>
            <a:r>
              <a:rPr lang="en-US" dirty="0"/>
              <a:t> Wang, </a:t>
            </a:r>
            <a:r>
              <a:rPr lang="en-US" dirty="0" err="1"/>
              <a:t>Yifan</a:t>
            </a:r>
            <a:r>
              <a:rPr lang="en-US" dirty="0"/>
              <a:t> Zhou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75895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C78A5-F299-2516-2F90-4F2A6D33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6CE95-6AB4-B581-AB92-ADA7B3395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Mental health burden is high, access to care is limited, scalable conversational tools can complement clinicians and peer support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dirty="0"/>
              <a:t>In the United States alone, the annual public mental health expenditure exceeded $16.1 billion, including a $ 2.21 billion budget for the National Institute of Mental Health (NIMH) and $13.9 billion on mental healthcare. Moreover, lack of a psychiatric workforce is also present during 2024 with a potential shortfall of 14,280 to 31,091[4].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10097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38171-5052-2856-C7CD-FD2EB1E4E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196" y="1635128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altLang="zh-CN" b="1" dirty="0"/>
              <a:t>Prior</a:t>
            </a:r>
            <a:r>
              <a:rPr lang="zh-CN" altLang="en-US" b="1" dirty="0"/>
              <a:t> </a:t>
            </a:r>
            <a:r>
              <a:rPr lang="en-US" altLang="zh-CN" b="1" dirty="0"/>
              <a:t>Work</a:t>
            </a:r>
            <a:endParaRPr lang="en-CN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44DFCC-CAE4-C417-F04D-AA36E53C51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641679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58F423-E2B3-E60A-E2E4-144D2F5B719A}"/>
              </a:ext>
            </a:extLst>
          </p:cNvPr>
          <p:cNvSpPr txBox="1"/>
          <p:nvPr/>
        </p:nvSpPr>
        <p:spPr>
          <a:xfrm>
            <a:off x="1451579" y="3580327"/>
            <a:ext cx="2837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Typical reporting uses </a:t>
            </a:r>
            <a:r>
              <a:rPr lang="en-US" dirty="0">
                <a:highlight>
                  <a:srgbClr val="FFFF00"/>
                </a:highlight>
              </a:rPr>
              <a:t>F1, recall, or user-experience questionnaires</a:t>
            </a:r>
            <a:r>
              <a:rPr lang="en-US" altLang="zh-CN" dirty="0">
                <a:highlight>
                  <a:srgbClr val="FFFF00"/>
                </a:highlight>
              </a:rPr>
              <a:t>.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83253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CF3A-2DA6-0BFF-3060-07189B8A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1497533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b="1" dirty="0"/>
              <a:t>Gap</a:t>
            </a:r>
            <a:endParaRPr lang="en-C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40280F-4C3D-B020-B395-EFF88A1A64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9580233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485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4182-602F-CD1C-4FC5-D5C110282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Main Difference</a:t>
            </a:r>
            <a:br>
              <a:rPr lang="en-US" b="1" dirty="0"/>
            </a:b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4EB1-46BB-DDBA-DCC7-BF6938D5A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234673"/>
            <a:ext cx="9603275" cy="21312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</a:t>
            </a:r>
            <a:r>
              <a:rPr lang="en-US" b="1" dirty="0"/>
              <a:t>evaluate the assistant’s outputs with our proposed outcome-aware rubric</a:t>
            </a:r>
            <a:r>
              <a:rPr lang="en-US" dirty="0"/>
              <a:t> and </a:t>
            </a:r>
            <a:r>
              <a:rPr lang="en-US" b="1" dirty="0"/>
              <a:t>gather small pilot data</a:t>
            </a:r>
            <a:r>
              <a:rPr lang="en-US" dirty="0"/>
              <a:t> to test whether responses reflect supportive goals from our mini project spec. This extends beyond pure benchmark accuracy to quality of suggested coping strategies and safety checks.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7409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24BC8-89D4-6328-5DD6-69EF3D28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altLang="zh-CN" b="1" dirty="0"/>
              <a:t>Methods</a:t>
            </a:r>
            <a:endParaRPr lang="en-CN" b="1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A80980D-0609-DA1E-766F-254EE34CE0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269468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8480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80A7-DA99-FD12-1922-94D779E4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Evaluation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C5088-95B4-5A4A-E7C1-226619CF4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361" y="2015732"/>
            <a:ext cx="9598494" cy="3689609"/>
          </a:xfrm>
        </p:spPr>
        <p:txBody>
          <a:bodyPr>
            <a:normAutofit lnSpcReduction="10000"/>
          </a:bodyPr>
          <a:lstStyle/>
          <a:p>
            <a:r>
              <a:rPr lang="en-US" altLang="zh-CN" b="1" i="1" dirty="0"/>
              <a:t>Dataset:</a:t>
            </a:r>
          </a:p>
          <a:p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textual</a:t>
            </a:r>
            <a:r>
              <a:rPr lang="zh-CN" altLang="en-US" dirty="0"/>
              <a:t> </a:t>
            </a:r>
            <a:r>
              <a:rPr lang="en-US" altLang="zh-CN" dirty="0"/>
              <a:t>open-sourced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including</a:t>
            </a:r>
            <a:r>
              <a:rPr lang="zh-CN" altLang="en-US" dirty="0"/>
              <a:t> </a:t>
            </a:r>
            <a:r>
              <a:rPr lang="en-US" altLang="zh-CN" dirty="0"/>
              <a:t>behavioral</a:t>
            </a:r>
            <a:r>
              <a:rPr lang="zh-CN" altLang="en-US" dirty="0"/>
              <a:t> </a:t>
            </a:r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clinical</a:t>
            </a:r>
            <a:r>
              <a:rPr lang="zh-CN" altLang="en-US" dirty="0"/>
              <a:t> </a:t>
            </a:r>
            <a:r>
              <a:rPr lang="en-US" altLang="zh-CN" dirty="0"/>
              <a:t>recording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patients</a:t>
            </a:r>
            <a:r>
              <a:rPr lang="zh-CN" altLang="en-US" dirty="0"/>
              <a:t> </a:t>
            </a:r>
            <a:r>
              <a:rPr lang="en-US" altLang="zh-CN" dirty="0"/>
              <a:t>(for</a:t>
            </a:r>
            <a:r>
              <a:rPr lang="zh-CN" altLang="en-US" dirty="0"/>
              <a:t> </a:t>
            </a:r>
            <a:r>
              <a:rPr lang="en-US" altLang="zh-CN" dirty="0"/>
              <a:t>reinforcement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accuracy)</a:t>
            </a: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Inter"/>
              </a:rPr>
              <a:t>Stress Analysis in Social Media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: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textual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dataset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labeled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with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stress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or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no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stress</a:t>
            </a:r>
            <a:endParaRPr lang="en-US" b="1" i="0" dirty="0">
              <a:solidFill>
                <a:srgbClr val="202124"/>
              </a:solidFill>
              <a:effectLst/>
              <a:latin typeface="Inter"/>
            </a:endParaRP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zeitung"/>
              </a:rPr>
              <a:t>Stress Level Prediction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zeitung"/>
              </a:rPr>
              <a:t>: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zeitung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zeitung"/>
              </a:rPr>
              <a:t>behavioral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zeitung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zeitung"/>
              </a:rPr>
              <a:t>dataset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zeitung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zeitung"/>
              </a:rPr>
              <a:t>labeled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zeitung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zeitung"/>
              </a:rPr>
              <a:t>with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zeitung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zeitung"/>
              </a:rPr>
              <a:t>stress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zeitung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zeitung"/>
              </a:rPr>
              <a:t>levels</a:t>
            </a:r>
            <a:endParaRPr lang="en-US" b="1" i="0" dirty="0">
              <a:solidFill>
                <a:srgbClr val="202124"/>
              </a:solidFill>
              <a:effectLst/>
              <a:latin typeface="zeitung"/>
            </a:endParaRP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Inter"/>
              </a:rPr>
              <a:t>Stress Detection Dataset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: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longitudinal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study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dataset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labeled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with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stress</a:t>
            </a:r>
            <a:r>
              <a:rPr lang="zh-CN" altLang="en-US" b="1" i="0" dirty="0">
                <a:solidFill>
                  <a:srgbClr val="202124"/>
                </a:solidFill>
                <a:effectLst/>
                <a:latin typeface="Inter"/>
              </a:rPr>
              <a:t> </a:t>
            </a: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levels</a:t>
            </a:r>
          </a:p>
          <a:p>
            <a:pPr marL="0" indent="0">
              <a:buNone/>
            </a:pPr>
            <a:r>
              <a:rPr lang="en-US" altLang="zh-CN" b="1" i="0" dirty="0">
                <a:solidFill>
                  <a:srgbClr val="202124"/>
                </a:solidFill>
                <a:effectLst/>
                <a:latin typeface="Inter"/>
              </a:rPr>
              <a:t>Optional:</a:t>
            </a:r>
          </a:p>
          <a:p>
            <a:r>
              <a:rPr lang="en-US" altLang="zh-CN" b="1" dirty="0">
                <a:solidFill>
                  <a:srgbClr val="202124"/>
                </a:solidFill>
                <a:latin typeface="Inter"/>
              </a:rPr>
              <a:t>StressID: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multimodal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dataset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including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facial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expression,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audio,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and</a:t>
            </a:r>
            <a:r>
              <a:rPr lang="zh-CN" altLang="en-US" b="1" dirty="0">
                <a:solidFill>
                  <a:srgbClr val="202124"/>
                </a:solidFill>
                <a:latin typeface="Inter"/>
              </a:rPr>
              <a:t> </a:t>
            </a:r>
            <a:r>
              <a:rPr lang="en-US" altLang="zh-CN" b="1" dirty="0">
                <a:solidFill>
                  <a:srgbClr val="202124"/>
                </a:solidFill>
                <a:latin typeface="Inter"/>
              </a:rPr>
              <a:t>e-signals</a:t>
            </a:r>
            <a:endParaRPr lang="en-US" b="1" i="0" dirty="0">
              <a:solidFill>
                <a:srgbClr val="202124"/>
              </a:solidFill>
              <a:effectLst/>
              <a:latin typeface="Inte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04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280A7-DA99-FD12-1922-94D779E4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altLang="zh-CN" b="1" dirty="0"/>
              <a:t>Evaluation</a:t>
            </a:r>
            <a:endParaRPr lang="en-CN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5181D3-09A8-6061-5EEE-49DA152C8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335028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857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7204-09E2-731C-50CB-92C7DEC5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Expected Results</a:t>
            </a:r>
            <a:br>
              <a:rPr lang="en-US" b="1" dirty="0"/>
            </a:b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7E8D-ED5F-84AB-9B0B-3FDDFCE59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</a:t>
            </a:r>
            <a:r>
              <a:rPr lang="en-US" altLang="zh-CN" dirty="0"/>
              <a:t>accuracy,</a:t>
            </a:r>
            <a:r>
              <a:rPr lang="zh-CN" altLang="en-US" dirty="0"/>
              <a:t> </a:t>
            </a:r>
            <a:r>
              <a:rPr lang="en-US" altLang="zh-CN" dirty="0"/>
              <a:t>recall,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F1-score</a:t>
            </a:r>
            <a:r>
              <a:rPr lang="en-US" dirty="0"/>
              <a:t> versus baseline</a:t>
            </a:r>
          </a:p>
          <a:p>
            <a:r>
              <a:rPr lang="en-US" dirty="0"/>
              <a:t>Small but informative pilot data that demonstrates feasibility of outcome-aware evaluation within the course timeline.</a:t>
            </a:r>
            <a:br>
              <a:rPr lang="en-US" dirty="0"/>
            </a:b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8331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21F2-8DB8-B59D-2D51-ED32B0F64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Potential Risks &amp; Alternative Plans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8C98D-2498-57B8-66BC-04534287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Risk</a:t>
            </a:r>
            <a:r>
              <a:rPr lang="zh-CN" altLang="en-US" b="1" dirty="0"/>
              <a:t> </a:t>
            </a:r>
            <a:r>
              <a:rPr lang="en-US" altLang="zh-CN" b="1" dirty="0"/>
              <a:t>1</a:t>
            </a:r>
            <a:r>
              <a:rPr lang="en-US" b="1" dirty="0"/>
              <a:t>:</a:t>
            </a:r>
            <a:r>
              <a:rPr lang="en-US" dirty="0"/>
              <a:t> limited human-rating capacity or inconsistent labels.</a:t>
            </a:r>
          </a:p>
          <a:p>
            <a:pPr marL="457200" lvl="1" indent="0">
              <a:buNone/>
            </a:pPr>
            <a:r>
              <a:rPr lang="en-US" b="1" dirty="0"/>
              <a:t>Plan B:</a:t>
            </a:r>
            <a:r>
              <a:rPr lang="en-US" dirty="0"/>
              <a:t> shrink prompt set, focus on high-variance scenarios, rely more on automatic proxies.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Risk</a:t>
            </a:r>
            <a:r>
              <a:rPr lang="zh-CN" altLang="en-US" b="1" dirty="0"/>
              <a:t> </a:t>
            </a:r>
            <a:r>
              <a:rPr lang="en-US" altLang="zh-CN" b="1" dirty="0"/>
              <a:t>2</a:t>
            </a:r>
            <a:r>
              <a:rPr lang="en-US" b="1" dirty="0"/>
              <a:t>:</a:t>
            </a:r>
            <a:r>
              <a:rPr lang="en-US" dirty="0"/>
              <a:t> dataset permissions.</a:t>
            </a:r>
          </a:p>
          <a:p>
            <a:pPr marL="457200" lvl="1" indent="0">
              <a:buNone/>
            </a:pPr>
            <a:r>
              <a:rPr lang="en-US" b="1" dirty="0"/>
              <a:t>Plan B:</a:t>
            </a:r>
            <a:r>
              <a:rPr lang="en-US" dirty="0"/>
              <a:t> use only synthetic or anonymized prompts that emulate examples in the docs.</a:t>
            </a:r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8005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C559-F165-627C-447F-1169A384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TIMELINE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AA80-EE82-666B-65AB-F10940463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1: finalize scope, rubric draft, safety policy, baseline prompt set from docs Mini Project ECE509 HW2 </a:t>
            </a:r>
          </a:p>
          <a:p>
            <a:r>
              <a:rPr lang="en-US" dirty="0"/>
              <a:t>Week 2: implement assistant variants, collect small pilot prompts, set up rater instructions </a:t>
            </a:r>
          </a:p>
          <a:p>
            <a:r>
              <a:rPr lang="en-US" dirty="0"/>
              <a:t>Week 3</a:t>
            </a:r>
            <a:r>
              <a:rPr lang="en-US" altLang="zh-CN" dirty="0"/>
              <a:t>-5</a:t>
            </a:r>
            <a:r>
              <a:rPr lang="en-US" dirty="0"/>
              <a:t>: run evaluations, analyze </a:t>
            </a:r>
            <a:r>
              <a:rPr lang="en-US" altLang="zh-CN" dirty="0"/>
              <a:t>results</a:t>
            </a:r>
            <a:r>
              <a:rPr lang="en-US" dirty="0"/>
              <a:t>, inter-rater agreement, and automatic metrics </a:t>
            </a:r>
          </a:p>
          <a:p>
            <a:r>
              <a:rPr lang="en-US" dirty="0"/>
              <a:t>Week </a:t>
            </a:r>
            <a:r>
              <a:rPr lang="en-US" altLang="zh-CN" dirty="0"/>
              <a:t>5-6</a:t>
            </a:r>
            <a:r>
              <a:rPr lang="en-US" dirty="0"/>
              <a:t>: ablations, error analysis, prepare slides and demo clip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3992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B7A3-D7E8-5362-E2D8-80F0D8DAC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5583-F13A-6480-4FD8-2D997EC96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[4] Y. Hua et al., “A scoping review of large language models for generative tasks in mental health care,” </a:t>
            </a:r>
            <a:r>
              <a:rPr lang="en-US" dirty="0" err="1"/>
              <a:t>npj</a:t>
            </a:r>
            <a:r>
              <a:rPr lang="en-US" dirty="0"/>
              <a:t> Digit. Med., vol. 8, no. 1, p. 230, Apr. 2025, </a:t>
            </a:r>
            <a:r>
              <a:rPr lang="en-US" dirty="0" err="1"/>
              <a:t>doi</a:t>
            </a:r>
            <a:r>
              <a:rPr lang="en-US" dirty="0"/>
              <a:t>: 10.1038/s41746-025-01611-4.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6460162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E31916-5250-B344-A03D-ABE92937D699}">
  <we:reference id="wa200008583" version="1.0.0.1" store="en-US" storeType="OMEX"/>
  <we:alternateReferences>
    <we:reference id="wa200008583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506</TotalTime>
  <Words>595</Words>
  <Application>Microsoft Macintosh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</vt:lpstr>
      <vt:lpstr>zeitung</vt:lpstr>
      <vt:lpstr>Arial</vt:lpstr>
      <vt:lpstr>Gill Sans MT</vt:lpstr>
      <vt:lpstr>Gallery</vt:lpstr>
      <vt:lpstr>LLM-based Conversational Support for mental Health </vt:lpstr>
      <vt:lpstr>Background</vt:lpstr>
      <vt:lpstr>Prior Work</vt:lpstr>
      <vt:lpstr>Gap</vt:lpstr>
      <vt:lpstr>Our Main Difference </vt:lpstr>
      <vt:lpstr>Methods</vt:lpstr>
      <vt:lpstr>Evaluation</vt:lpstr>
      <vt:lpstr>Evaluation</vt:lpstr>
      <vt:lpstr>Expected Results </vt:lpstr>
      <vt:lpstr>Potential Risks &amp; Alternative Plans</vt:lpstr>
      <vt:lpstr>TIMELINE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LLM-based Conversational Support for mental Health </dc:title>
  <dc:creator>Linrui TAN</dc:creator>
  <cp:lastModifiedBy>Linrui TAN</cp:lastModifiedBy>
  <cp:revision>2</cp:revision>
  <dcterms:created xsi:type="dcterms:W3CDTF">2025-10-18T20:15:10Z</dcterms:created>
  <dcterms:modified xsi:type="dcterms:W3CDTF">2025-10-20T21:35:44Z</dcterms:modified>
</cp:coreProperties>
</file>